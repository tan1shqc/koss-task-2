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shq choudhary" userId="d60eabb1e0e7be42" providerId="LiveId" clId="{7F712622-ACAF-4FBE-9C0B-95DFEC70E3AF}"/>
    <pc:docChg chg="undo redo custSel addSld modSld sldOrd">
      <pc:chgData name="tanishq choudhary" userId="d60eabb1e0e7be42" providerId="LiveId" clId="{7F712622-ACAF-4FBE-9C0B-95DFEC70E3AF}" dt="2022-06-08T17:27:13.049" v="1492" actId="1076"/>
      <pc:docMkLst>
        <pc:docMk/>
      </pc:docMkLst>
      <pc:sldChg chg="addSp modSp mod">
        <pc:chgData name="tanishq choudhary" userId="d60eabb1e0e7be42" providerId="LiveId" clId="{7F712622-ACAF-4FBE-9C0B-95DFEC70E3AF}" dt="2022-06-08T08:29:28.380" v="39" actId="5793"/>
        <pc:sldMkLst>
          <pc:docMk/>
          <pc:sldMk cId="3894140995" sldId="257"/>
        </pc:sldMkLst>
        <pc:spChg chg="mod">
          <ac:chgData name="tanishq choudhary" userId="d60eabb1e0e7be42" providerId="LiveId" clId="{7F712622-ACAF-4FBE-9C0B-95DFEC70E3AF}" dt="2022-06-08T08:20:48.860" v="30" actId="20577"/>
          <ac:spMkLst>
            <pc:docMk/>
            <pc:sldMk cId="3894140995" sldId="257"/>
            <ac:spMk id="2" creationId="{40A9688C-8615-42BB-B906-60F8E086ED8D}"/>
          </ac:spMkLst>
        </pc:spChg>
        <pc:spChg chg="mod">
          <ac:chgData name="tanishq choudhary" userId="d60eabb1e0e7be42" providerId="LiveId" clId="{7F712622-ACAF-4FBE-9C0B-95DFEC70E3AF}" dt="2022-06-08T08:29:28.380" v="39" actId="5793"/>
          <ac:spMkLst>
            <pc:docMk/>
            <pc:sldMk cId="3894140995" sldId="257"/>
            <ac:spMk id="3" creationId="{693C1B54-03AD-40AB-B4CA-900DA82761ED}"/>
          </ac:spMkLst>
        </pc:spChg>
        <pc:picChg chg="add mod">
          <ac:chgData name="tanishq choudhary" userId="d60eabb1e0e7be42" providerId="LiveId" clId="{7F712622-ACAF-4FBE-9C0B-95DFEC70E3AF}" dt="2022-06-08T08:28:13.830" v="36" actId="1076"/>
          <ac:picMkLst>
            <pc:docMk/>
            <pc:sldMk cId="3894140995" sldId="257"/>
            <ac:picMk id="1026" creationId="{0C040A15-7735-49F2-9E7A-E107200ABC43}"/>
          </ac:picMkLst>
        </pc:picChg>
        <pc:picChg chg="add mod">
          <ac:chgData name="tanishq choudhary" userId="d60eabb1e0e7be42" providerId="LiveId" clId="{7F712622-ACAF-4FBE-9C0B-95DFEC70E3AF}" dt="2022-06-08T08:29:17.386" v="38" actId="1076"/>
          <ac:picMkLst>
            <pc:docMk/>
            <pc:sldMk cId="3894140995" sldId="257"/>
            <ac:picMk id="1028" creationId="{FFEE4A07-F7E3-402F-B81A-9387241F2435}"/>
          </ac:picMkLst>
        </pc:picChg>
      </pc:sldChg>
      <pc:sldChg chg="addSp delSp modSp new mod">
        <pc:chgData name="tanishq choudhary" userId="d60eabb1e0e7be42" providerId="LiveId" clId="{7F712622-ACAF-4FBE-9C0B-95DFEC70E3AF}" dt="2022-06-08T11:02:14.745" v="310" actId="14100"/>
        <pc:sldMkLst>
          <pc:docMk/>
          <pc:sldMk cId="1492842989" sldId="258"/>
        </pc:sldMkLst>
        <pc:spChg chg="mod">
          <ac:chgData name="tanishq choudhary" userId="d60eabb1e0e7be42" providerId="LiveId" clId="{7F712622-ACAF-4FBE-9C0B-95DFEC70E3AF}" dt="2022-06-08T08:30:52.822" v="62" actId="20577"/>
          <ac:spMkLst>
            <pc:docMk/>
            <pc:sldMk cId="1492842989" sldId="258"/>
            <ac:spMk id="2" creationId="{D57C6E29-64F3-40D8-954B-902ED7BBF521}"/>
          </ac:spMkLst>
        </pc:spChg>
        <pc:spChg chg="mod">
          <ac:chgData name="tanishq choudhary" userId="d60eabb1e0e7be42" providerId="LiveId" clId="{7F712622-ACAF-4FBE-9C0B-95DFEC70E3AF}" dt="2022-06-08T08:55:24.948" v="221" actId="255"/>
          <ac:spMkLst>
            <pc:docMk/>
            <pc:sldMk cId="1492842989" sldId="258"/>
            <ac:spMk id="3" creationId="{F2CEACCF-4C9B-4D69-BDAF-BFCBD6F4AC47}"/>
          </ac:spMkLst>
        </pc:spChg>
        <pc:graphicFrameChg chg="add del mod modGraphic">
          <ac:chgData name="tanishq choudhary" userId="d60eabb1e0e7be42" providerId="LiveId" clId="{7F712622-ACAF-4FBE-9C0B-95DFEC70E3AF}" dt="2022-06-08T08:36:29.238" v="70"/>
          <ac:graphicFrameMkLst>
            <pc:docMk/>
            <pc:sldMk cId="1492842989" sldId="258"/>
            <ac:graphicFrameMk id="4" creationId="{AC8B9904-0D79-4214-A6BC-7A9DB0D8B82B}"/>
          </ac:graphicFrameMkLst>
        </pc:graphicFrameChg>
        <pc:graphicFrameChg chg="add del mod">
          <ac:chgData name="tanishq choudhary" userId="d60eabb1e0e7be42" providerId="LiveId" clId="{7F712622-ACAF-4FBE-9C0B-95DFEC70E3AF}" dt="2022-06-08T08:36:47.336" v="74"/>
          <ac:graphicFrameMkLst>
            <pc:docMk/>
            <pc:sldMk cId="1492842989" sldId="258"/>
            <ac:graphicFrameMk id="5" creationId="{B2C702CA-03E2-49FD-9423-7E1555692B72}"/>
          </ac:graphicFrameMkLst>
        </pc:graphicFrameChg>
        <pc:picChg chg="add del mod">
          <ac:chgData name="tanishq choudhary" userId="d60eabb1e0e7be42" providerId="LiveId" clId="{7F712622-ACAF-4FBE-9C0B-95DFEC70E3AF}" dt="2022-06-08T11:00:39.716" v="300" actId="21"/>
          <ac:picMkLst>
            <pc:docMk/>
            <pc:sldMk cId="1492842989" sldId="258"/>
            <ac:picMk id="2050" creationId="{FABB74AA-2060-4BE6-9C94-E968C26B08D9}"/>
          </ac:picMkLst>
        </pc:picChg>
        <pc:picChg chg="add mod">
          <ac:chgData name="tanishq choudhary" userId="d60eabb1e0e7be42" providerId="LiveId" clId="{7F712622-ACAF-4FBE-9C0B-95DFEC70E3AF}" dt="2022-06-08T11:01:07.333" v="306" actId="1076"/>
          <ac:picMkLst>
            <pc:docMk/>
            <pc:sldMk cId="1492842989" sldId="258"/>
            <ac:picMk id="2052" creationId="{790CEC55-E258-4E6C-BE9C-808BEC3090C5}"/>
          </ac:picMkLst>
        </pc:picChg>
        <pc:picChg chg="add mod">
          <ac:chgData name="tanishq choudhary" userId="d60eabb1e0e7be42" providerId="LiveId" clId="{7F712622-ACAF-4FBE-9C0B-95DFEC70E3AF}" dt="2022-06-08T11:02:14.745" v="310" actId="14100"/>
          <ac:picMkLst>
            <pc:docMk/>
            <pc:sldMk cId="1492842989" sldId="258"/>
            <ac:picMk id="2054" creationId="{6B8BE44F-0258-42AD-9F9F-43F184C11031}"/>
          </ac:picMkLst>
        </pc:picChg>
      </pc:sldChg>
      <pc:sldChg chg="addSp delSp modSp new mod ord modClrScheme chgLayout">
        <pc:chgData name="tanishq choudhary" userId="d60eabb1e0e7be42" providerId="LiveId" clId="{7F712622-ACAF-4FBE-9C0B-95DFEC70E3AF}" dt="2022-06-08T08:56:36.014" v="223" actId="1076"/>
        <pc:sldMkLst>
          <pc:docMk/>
          <pc:sldMk cId="3270840446" sldId="259"/>
        </pc:sldMkLst>
        <pc:spChg chg="del">
          <ac:chgData name="tanishq choudhary" userId="d60eabb1e0e7be42" providerId="LiveId" clId="{7F712622-ACAF-4FBE-9C0B-95DFEC70E3AF}" dt="2022-06-08T08:50:20.274" v="177" actId="700"/>
          <ac:spMkLst>
            <pc:docMk/>
            <pc:sldMk cId="3270840446" sldId="259"/>
            <ac:spMk id="2" creationId="{A44C7F99-6481-4DA8-9146-9BAE13B7775B}"/>
          </ac:spMkLst>
        </pc:spChg>
        <pc:spChg chg="add del">
          <ac:chgData name="tanishq choudhary" userId="d60eabb1e0e7be42" providerId="LiveId" clId="{7F712622-ACAF-4FBE-9C0B-95DFEC70E3AF}" dt="2022-06-08T08:39:08.497" v="92"/>
          <ac:spMkLst>
            <pc:docMk/>
            <pc:sldMk cId="3270840446" sldId="259"/>
            <ac:spMk id="3" creationId="{AF1C67E9-C78E-45A6-A0BB-8583EE9DE3FF}"/>
          </ac:spMkLst>
        </pc:spChg>
        <pc:spChg chg="add del mod">
          <ac:chgData name="tanishq choudhary" userId="d60eabb1e0e7be42" providerId="LiveId" clId="{7F712622-ACAF-4FBE-9C0B-95DFEC70E3AF}" dt="2022-06-08T08:50:20.274" v="177" actId="700"/>
          <ac:spMkLst>
            <pc:docMk/>
            <pc:sldMk cId="3270840446" sldId="259"/>
            <ac:spMk id="7" creationId="{513E0F07-7A8F-4342-8066-6F2AED1B7DA2}"/>
          </ac:spMkLst>
        </pc:spChg>
        <pc:graphicFrameChg chg="add del mod">
          <ac:chgData name="tanishq choudhary" userId="d60eabb1e0e7be42" providerId="LiveId" clId="{7F712622-ACAF-4FBE-9C0B-95DFEC70E3AF}" dt="2022-06-08T08:38:53.627" v="79"/>
          <ac:graphicFrameMkLst>
            <pc:docMk/>
            <pc:sldMk cId="3270840446" sldId="259"/>
            <ac:graphicFrameMk id="4" creationId="{684088E2-3935-4CFB-A910-4643C88718E8}"/>
          </ac:graphicFrameMkLst>
        </pc:graphicFrameChg>
        <pc:graphicFrameChg chg="add del mod modGraphic">
          <ac:chgData name="tanishq choudhary" userId="d60eabb1e0e7be42" providerId="LiveId" clId="{7F712622-ACAF-4FBE-9C0B-95DFEC70E3AF}" dt="2022-06-08T08:42:06.592" v="99" actId="478"/>
          <ac:graphicFrameMkLst>
            <pc:docMk/>
            <pc:sldMk cId="3270840446" sldId="259"/>
            <ac:graphicFrameMk id="5" creationId="{A922591B-5AA4-4C61-84E4-56F0442B80C1}"/>
          </ac:graphicFrameMkLst>
        </pc:graphicFrameChg>
        <pc:graphicFrameChg chg="add del mod modGraphic">
          <ac:chgData name="tanishq choudhary" userId="d60eabb1e0e7be42" providerId="LiveId" clId="{7F712622-ACAF-4FBE-9C0B-95DFEC70E3AF}" dt="2022-06-08T08:50:14.021" v="176" actId="21"/>
          <ac:graphicFrameMkLst>
            <pc:docMk/>
            <pc:sldMk cId="3270840446" sldId="259"/>
            <ac:graphicFrameMk id="8" creationId="{C68D6530-1505-428D-B3F9-05F69420F8E7}"/>
          </ac:graphicFrameMkLst>
        </pc:graphicFrameChg>
        <pc:graphicFrameChg chg="add mod modGraphic">
          <ac:chgData name="tanishq choudhary" userId="d60eabb1e0e7be42" providerId="LiveId" clId="{7F712622-ACAF-4FBE-9C0B-95DFEC70E3AF}" dt="2022-06-08T08:56:36.014" v="223" actId="1076"/>
          <ac:graphicFrameMkLst>
            <pc:docMk/>
            <pc:sldMk cId="3270840446" sldId="259"/>
            <ac:graphicFrameMk id="9" creationId="{01417810-9A79-4F1D-BDD0-61F79B1D08BE}"/>
          </ac:graphicFrameMkLst>
        </pc:graphicFrameChg>
        <pc:graphicFrameChg chg="add del mod">
          <ac:chgData name="tanishq choudhary" userId="d60eabb1e0e7be42" providerId="LiveId" clId="{7F712622-ACAF-4FBE-9C0B-95DFEC70E3AF}" dt="2022-06-08T08:51:51.624" v="183"/>
          <ac:graphicFrameMkLst>
            <pc:docMk/>
            <pc:sldMk cId="3270840446" sldId="259"/>
            <ac:graphicFrameMk id="10" creationId="{058B518B-45F4-43CB-9026-DEDE2DBDCDCF}"/>
          </ac:graphicFrameMkLst>
        </pc:graphicFrameChg>
      </pc:sldChg>
      <pc:sldChg chg="addSp modSp new mod">
        <pc:chgData name="tanishq choudhary" userId="d60eabb1e0e7be42" providerId="LiveId" clId="{7F712622-ACAF-4FBE-9C0B-95DFEC70E3AF}" dt="2022-06-08T10:52:57.768" v="265" actId="1076"/>
        <pc:sldMkLst>
          <pc:docMk/>
          <pc:sldMk cId="3194368962" sldId="260"/>
        </pc:sldMkLst>
        <pc:spChg chg="mod">
          <ac:chgData name="tanishq choudhary" userId="d60eabb1e0e7be42" providerId="LiveId" clId="{7F712622-ACAF-4FBE-9C0B-95DFEC70E3AF}" dt="2022-06-08T10:52:01.054" v="262" actId="122"/>
          <ac:spMkLst>
            <pc:docMk/>
            <pc:sldMk cId="3194368962" sldId="260"/>
            <ac:spMk id="2" creationId="{AFDA4A26-6396-4B7B-975A-156A60CD4C0F}"/>
          </ac:spMkLst>
        </pc:spChg>
        <pc:spChg chg="mod">
          <ac:chgData name="tanishq choudhary" userId="d60eabb1e0e7be42" providerId="LiveId" clId="{7F712622-ACAF-4FBE-9C0B-95DFEC70E3AF}" dt="2022-06-08T10:51:05.676" v="229" actId="207"/>
          <ac:spMkLst>
            <pc:docMk/>
            <pc:sldMk cId="3194368962" sldId="260"/>
            <ac:spMk id="3" creationId="{23960EB1-C98B-4652-B11D-727D444D56CE}"/>
          </ac:spMkLst>
        </pc:spChg>
        <pc:picChg chg="add mod">
          <ac:chgData name="tanishq choudhary" userId="d60eabb1e0e7be42" providerId="LiveId" clId="{7F712622-ACAF-4FBE-9C0B-95DFEC70E3AF}" dt="2022-06-08T10:52:57.768" v="265" actId="1076"/>
          <ac:picMkLst>
            <pc:docMk/>
            <pc:sldMk cId="3194368962" sldId="260"/>
            <ac:picMk id="4098" creationId="{A532DB0D-5E03-47D2-8C1D-D5AF977219AD}"/>
          </ac:picMkLst>
        </pc:picChg>
      </pc:sldChg>
      <pc:sldChg chg="addSp delSp modSp new mod">
        <pc:chgData name="tanishq choudhary" userId="d60eabb1e0e7be42" providerId="LiveId" clId="{7F712622-ACAF-4FBE-9C0B-95DFEC70E3AF}" dt="2022-06-08T11:07:27.598" v="415" actId="1076"/>
        <pc:sldMkLst>
          <pc:docMk/>
          <pc:sldMk cId="2389422321" sldId="261"/>
        </pc:sldMkLst>
        <pc:spChg chg="del mod">
          <ac:chgData name="tanishq choudhary" userId="d60eabb1e0e7be42" providerId="LiveId" clId="{7F712622-ACAF-4FBE-9C0B-95DFEC70E3AF}" dt="2022-06-08T10:55:04.944" v="279" actId="21"/>
          <ac:spMkLst>
            <pc:docMk/>
            <pc:sldMk cId="2389422321" sldId="261"/>
            <ac:spMk id="2" creationId="{629F90A0-9E05-4DEE-B83F-817F11823572}"/>
          </ac:spMkLst>
        </pc:spChg>
        <pc:spChg chg="add del mod">
          <ac:chgData name="tanishq choudhary" userId="d60eabb1e0e7be42" providerId="LiveId" clId="{7F712622-ACAF-4FBE-9C0B-95DFEC70E3AF}" dt="2022-06-08T11:07:09.472" v="413"/>
          <ac:spMkLst>
            <pc:docMk/>
            <pc:sldMk cId="2389422321" sldId="261"/>
            <ac:spMk id="3" creationId="{9D92CFD7-8BAD-4E20-8ED7-8D47E71392E2}"/>
          </ac:spMkLst>
        </pc:spChg>
        <pc:spChg chg="add del mod">
          <ac:chgData name="tanishq choudhary" userId="d60eabb1e0e7be42" providerId="LiveId" clId="{7F712622-ACAF-4FBE-9C0B-95DFEC70E3AF}" dt="2022-06-08T10:54:23.473" v="270"/>
          <ac:spMkLst>
            <pc:docMk/>
            <pc:sldMk cId="2389422321" sldId="261"/>
            <ac:spMk id="4" creationId="{4E030404-B7CD-40ED-8EC3-069B43F969DA}"/>
          </ac:spMkLst>
        </pc:spChg>
        <pc:picChg chg="add mod">
          <ac:chgData name="tanishq choudhary" userId="d60eabb1e0e7be42" providerId="LiveId" clId="{7F712622-ACAF-4FBE-9C0B-95DFEC70E3AF}" dt="2022-06-08T11:07:27.598" v="415" actId="1076"/>
          <ac:picMkLst>
            <pc:docMk/>
            <pc:sldMk cId="2389422321" sldId="261"/>
            <ac:picMk id="5123" creationId="{36D22722-5E75-4F54-B62A-A3B7EC17C3A6}"/>
          </ac:picMkLst>
        </pc:picChg>
      </pc:sldChg>
      <pc:sldChg chg="addSp modSp new mod">
        <pc:chgData name="tanishq choudhary" userId="d60eabb1e0e7be42" providerId="LiveId" clId="{7F712622-ACAF-4FBE-9C0B-95DFEC70E3AF}" dt="2022-06-08T14:10:11.442" v="524" actId="1076"/>
        <pc:sldMkLst>
          <pc:docMk/>
          <pc:sldMk cId="421167517" sldId="262"/>
        </pc:sldMkLst>
        <pc:spChg chg="mod">
          <ac:chgData name="tanishq choudhary" userId="d60eabb1e0e7be42" providerId="LiveId" clId="{7F712622-ACAF-4FBE-9C0B-95DFEC70E3AF}" dt="2022-06-08T13:59:38.029" v="434" actId="1076"/>
          <ac:spMkLst>
            <pc:docMk/>
            <pc:sldMk cId="421167517" sldId="262"/>
            <ac:spMk id="2" creationId="{53AABFC4-7E2C-4D36-B9E8-498F8695F42C}"/>
          </ac:spMkLst>
        </pc:spChg>
        <pc:spChg chg="mod">
          <ac:chgData name="tanishq choudhary" userId="d60eabb1e0e7be42" providerId="LiveId" clId="{7F712622-ACAF-4FBE-9C0B-95DFEC70E3AF}" dt="2022-06-08T14:02:12.268" v="460" actId="20577"/>
          <ac:spMkLst>
            <pc:docMk/>
            <pc:sldMk cId="421167517" sldId="262"/>
            <ac:spMk id="3" creationId="{00501A4A-C08F-4083-BE93-8BB07680AE0A}"/>
          </ac:spMkLst>
        </pc:spChg>
        <pc:picChg chg="add mod">
          <ac:chgData name="tanishq choudhary" userId="d60eabb1e0e7be42" providerId="LiveId" clId="{7F712622-ACAF-4FBE-9C0B-95DFEC70E3AF}" dt="2022-06-08T13:59:41.735" v="435" actId="1076"/>
          <ac:picMkLst>
            <pc:docMk/>
            <pc:sldMk cId="421167517" sldId="262"/>
            <ac:picMk id="6146" creationId="{6ED8CF55-6E72-49C9-8F65-C1EA9D1FD8DD}"/>
          </ac:picMkLst>
        </pc:picChg>
        <pc:picChg chg="add mod">
          <ac:chgData name="tanishq choudhary" userId="d60eabb1e0e7be42" providerId="LiveId" clId="{7F712622-ACAF-4FBE-9C0B-95DFEC70E3AF}" dt="2022-06-08T14:10:11.442" v="524" actId="1076"/>
          <ac:picMkLst>
            <pc:docMk/>
            <pc:sldMk cId="421167517" sldId="262"/>
            <ac:picMk id="6148" creationId="{2AD812E7-65C2-44FA-8E0B-DC4A6ED4B6D7}"/>
          </ac:picMkLst>
        </pc:picChg>
        <pc:picChg chg="add mod">
          <ac:chgData name="tanishq choudhary" userId="d60eabb1e0e7be42" providerId="LiveId" clId="{7F712622-ACAF-4FBE-9C0B-95DFEC70E3AF}" dt="2022-06-08T14:10:02.503" v="523" actId="1076"/>
          <ac:picMkLst>
            <pc:docMk/>
            <pc:sldMk cId="421167517" sldId="262"/>
            <ac:picMk id="6150" creationId="{EC11107D-8C39-4E1A-8FDB-B94F79D22722}"/>
          </ac:picMkLst>
        </pc:picChg>
      </pc:sldChg>
      <pc:sldChg chg="addSp delSp modSp new mod">
        <pc:chgData name="tanishq choudhary" userId="d60eabb1e0e7be42" providerId="LiveId" clId="{7F712622-ACAF-4FBE-9C0B-95DFEC70E3AF}" dt="2022-06-08T14:11:52.514" v="536" actId="14100"/>
        <pc:sldMkLst>
          <pc:docMk/>
          <pc:sldMk cId="2732139200" sldId="263"/>
        </pc:sldMkLst>
        <pc:spChg chg="del">
          <ac:chgData name="tanishq choudhary" userId="d60eabb1e0e7be42" providerId="LiveId" clId="{7F712622-ACAF-4FBE-9C0B-95DFEC70E3AF}" dt="2022-06-08T14:02:48.206" v="462" actId="478"/>
          <ac:spMkLst>
            <pc:docMk/>
            <pc:sldMk cId="2732139200" sldId="263"/>
            <ac:spMk id="2" creationId="{F6375197-A0C4-48DA-BF69-45CE552D16EC}"/>
          </ac:spMkLst>
        </pc:spChg>
        <pc:spChg chg="mod">
          <ac:chgData name="tanishq choudhary" userId="d60eabb1e0e7be42" providerId="LiveId" clId="{7F712622-ACAF-4FBE-9C0B-95DFEC70E3AF}" dt="2022-06-08T14:11:27.733" v="532" actId="27636"/>
          <ac:spMkLst>
            <pc:docMk/>
            <pc:sldMk cId="2732139200" sldId="263"/>
            <ac:spMk id="3" creationId="{E573F382-4DA7-485E-8D71-BC2824805A08}"/>
          </ac:spMkLst>
        </pc:spChg>
        <pc:picChg chg="add mod">
          <ac:chgData name="tanishq choudhary" userId="d60eabb1e0e7be42" providerId="LiveId" clId="{7F712622-ACAF-4FBE-9C0B-95DFEC70E3AF}" dt="2022-06-08T14:10:43.842" v="527" actId="1076"/>
          <ac:picMkLst>
            <pc:docMk/>
            <pc:sldMk cId="2732139200" sldId="263"/>
            <ac:picMk id="7170" creationId="{FBFD16D6-F051-4A74-B9C0-46DFB5B30E49}"/>
          </ac:picMkLst>
        </pc:picChg>
        <pc:picChg chg="add mod">
          <ac:chgData name="tanishq choudhary" userId="d60eabb1e0e7be42" providerId="LiveId" clId="{7F712622-ACAF-4FBE-9C0B-95DFEC70E3AF}" dt="2022-06-08T14:11:52.514" v="536" actId="14100"/>
          <ac:picMkLst>
            <pc:docMk/>
            <pc:sldMk cId="2732139200" sldId="263"/>
            <ac:picMk id="7172" creationId="{BD2EF1D3-73F6-4041-9D8B-EC4EAA4D1EF7}"/>
          </ac:picMkLst>
        </pc:picChg>
      </pc:sldChg>
      <pc:sldChg chg="delSp modSp new mod">
        <pc:chgData name="tanishq choudhary" userId="d60eabb1e0e7be42" providerId="LiveId" clId="{7F712622-ACAF-4FBE-9C0B-95DFEC70E3AF}" dt="2022-06-08T14:08:01.532" v="513" actId="20577"/>
        <pc:sldMkLst>
          <pc:docMk/>
          <pc:sldMk cId="2590951285" sldId="264"/>
        </pc:sldMkLst>
        <pc:spChg chg="del">
          <ac:chgData name="tanishq choudhary" userId="d60eabb1e0e7be42" providerId="LiveId" clId="{7F712622-ACAF-4FBE-9C0B-95DFEC70E3AF}" dt="2022-06-08T14:05:32.698" v="476" actId="478"/>
          <ac:spMkLst>
            <pc:docMk/>
            <pc:sldMk cId="2590951285" sldId="264"/>
            <ac:spMk id="2" creationId="{26AB8AAE-B921-411B-9196-3C2B9F8F32B6}"/>
          </ac:spMkLst>
        </pc:spChg>
        <pc:spChg chg="mod">
          <ac:chgData name="tanishq choudhary" userId="d60eabb1e0e7be42" providerId="LiveId" clId="{7F712622-ACAF-4FBE-9C0B-95DFEC70E3AF}" dt="2022-06-08T14:08:01.532" v="513" actId="20577"/>
          <ac:spMkLst>
            <pc:docMk/>
            <pc:sldMk cId="2590951285" sldId="264"/>
            <ac:spMk id="3" creationId="{D1EE4B49-29F5-46A8-85CD-FFFB494C4C7A}"/>
          </ac:spMkLst>
        </pc:spChg>
      </pc:sldChg>
      <pc:sldChg chg="addSp delSp modSp new mod modClrScheme chgLayout">
        <pc:chgData name="tanishq choudhary" userId="d60eabb1e0e7be42" providerId="LiveId" clId="{7F712622-ACAF-4FBE-9C0B-95DFEC70E3AF}" dt="2022-06-08T14:13:30.232" v="551" actId="1076"/>
        <pc:sldMkLst>
          <pc:docMk/>
          <pc:sldMk cId="755994885" sldId="265"/>
        </pc:sldMkLst>
        <pc:spChg chg="del">
          <ac:chgData name="tanishq choudhary" userId="d60eabb1e0e7be42" providerId="LiveId" clId="{7F712622-ACAF-4FBE-9C0B-95DFEC70E3AF}" dt="2022-06-08T14:12:20.322" v="538" actId="478"/>
          <ac:spMkLst>
            <pc:docMk/>
            <pc:sldMk cId="755994885" sldId="265"/>
            <ac:spMk id="2" creationId="{F11F6773-F667-4DF0-801C-3317BE48CF09}"/>
          </ac:spMkLst>
        </pc:spChg>
        <pc:spChg chg="del">
          <ac:chgData name="tanishq choudhary" userId="d60eabb1e0e7be42" providerId="LiveId" clId="{7F712622-ACAF-4FBE-9C0B-95DFEC70E3AF}" dt="2022-06-08T14:12:26.234" v="539" actId="700"/>
          <ac:spMkLst>
            <pc:docMk/>
            <pc:sldMk cId="755994885" sldId="265"/>
            <ac:spMk id="3" creationId="{6F17B23C-0CF1-4B4C-A8E8-D80A0016ECC9}"/>
          </ac:spMkLst>
        </pc:spChg>
        <pc:picChg chg="add mod">
          <ac:chgData name="tanishq choudhary" userId="d60eabb1e0e7be42" providerId="LiveId" clId="{7F712622-ACAF-4FBE-9C0B-95DFEC70E3AF}" dt="2022-06-08T14:12:37.395" v="541" actId="1076"/>
          <ac:picMkLst>
            <pc:docMk/>
            <pc:sldMk cId="755994885" sldId="265"/>
            <ac:picMk id="8194" creationId="{BA82C6EA-A277-4D39-BC31-EF9165FD0393}"/>
          </ac:picMkLst>
        </pc:picChg>
        <pc:picChg chg="add mod">
          <ac:chgData name="tanishq choudhary" userId="d60eabb1e0e7be42" providerId="LiveId" clId="{7F712622-ACAF-4FBE-9C0B-95DFEC70E3AF}" dt="2022-06-08T14:13:26.607" v="550" actId="1076"/>
          <ac:picMkLst>
            <pc:docMk/>
            <pc:sldMk cId="755994885" sldId="265"/>
            <ac:picMk id="8196" creationId="{3D14209D-38DA-4AA3-B765-AEB3AD6EB248}"/>
          </ac:picMkLst>
        </pc:picChg>
        <pc:picChg chg="add mod">
          <ac:chgData name="tanishq choudhary" userId="d60eabb1e0e7be42" providerId="LiveId" clId="{7F712622-ACAF-4FBE-9C0B-95DFEC70E3AF}" dt="2022-06-08T14:13:30.232" v="551" actId="1076"/>
          <ac:picMkLst>
            <pc:docMk/>
            <pc:sldMk cId="755994885" sldId="265"/>
            <ac:picMk id="8198" creationId="{AD71F9B2-90B1-4C7E-B085-2CBCFE9D071C}"/>
          </ac:picMkLst>
        </pc:picChg>
      </pc:sldChg>
      <pc:sldChg chg="addSp modSp new mod ord">
        <pc:chgData name="tanishq choudhary" userId="d60eabb1e0e7be42" providerId="LiveId" clId="{7F712622-ACAF-4FBE-9C0B-95DFEC70E3AF}" dt="2022-06-08T14:34:31.163" v="574" actId="207"/>
        <pc:sldMkLst>
          <pc:docMk/>
          <pc:sldMk cId="3766513500" sldId="266"/>
        </pc:sldMkLst>
        <pc:spChg chg="mod">
          <ac:chgData name="tanishq choudhary" userId="d60eabb1e0e7be42" providerId="LiveId" clId="{7F712622-ACAF-4FBE-9C0B-95DFEC70E3AF}" dt="2022-06-08T14:20:13.291" v="563" actId="122"/>
          <ac:spMkLst>
            <pc:docMk/>
            <pc:sldMk cId="3766513500" sldId="266"/>
            <ac:spMk id="2" creationId="{4DE8ADCE-39E4-49EF-AA7B-7926308EA46D}"/>
          </ac:spMkLst>
        </pc:spChg>
        <pc:spChg chg="mod">
          <ac:chgData name="tanishq choudhary" userId="d60eabb1e0e7be42" providerId="LiveId" clId="{7F712622-ACAF-4FBE-9C0B-95DFEC70E3AF}" dt="2022-06-08T14:34:31.163" v="574" actId="207"/>
          <ac:spMkLst>
            <pc:docMk/>
            <pc:sldMk cId="3766513500" sldId="266"/>
            <ac:spMk id="3" creationId="{60100BF7-CA35-4D8C-871E-B36521AD00C7}"/>
          </ac:spMkLst>
        </pc:spChg>
        <pc:picChg chg="add mod">
          <ac:chgData name="tanishq choudhary" userId="d60eabb1e0e7be42" providerId="LiveId" clId="{7F712622-ACAF-4FBE-9C0B-95DFEC70E3AF}" dt="2022-06-08T14:34:00.701" v="568" actId="1076"/>
          <ac:picMkLst>
            <pc:docMk/>
            <pc:sldMk cId="3766513500" sldId="266"/>
            <ac:picMk id="9218" creationId="{EC7F244C-FC84-40FF-9DD7-ED3FC67934DC}"/>
          </ac:picMkLst>
        </pc:picChg>
      </pc:sldChg>
      <pc:sldChg chg="addSp modSp new mod">
        <pc:chgData name="tanishq choudhary" userId="d60eabb1e0e7be42" providerId="LiveId" clId="{7F712622-ACAF-4FBE-9C0B-95DFEC70E3AF}" dt="2022-06-08T14:40:04.623" v="653" actId="1076"/>
        <pc:sldMkLst>
          <pc:docMk/>
          <pc:sldMk cId="1310368176" sldId="267"/>
        </pc:sldMkLst>
        <pc:spChg chg="mod">
          <ac:chgData name="tanishq choudhary" userId="d60eabb1e0e7be42" providerId="LiveId" clId="{7F712622-ACAF-4FBE-9C0B-95DFEC70E3AF}" dt="2022-06-08T14:36:02.743" v="596"/>
          <ac:spMkLst>
            <pc:docMk/>
            <pc:sldMk cId="1310368176" sldId="267"/>
            <ac:spMk id="2" creationId="{B77D109E-6E16-4B39-8831-56863AED039A}"/>
          </ac:spMkLst>
        </pc:spChg>
        <pc:spChg chg="mod">
          <ac:chgData name="tanishq choudhary" userId="d60eabb1e0e7be42" providerId="LiveId" clId="{7F712622-ACAF-4FBE-9C0B-95DFEC70E3AF}" dt="2022-06-08T14:39:49.688" v="649" actId="1076"/>
          <ac:spMkLst>
            <pc:docMk/>
            <pc:sldMk cId="1310368176" sldId="267"/>
            <ac:spMk id="3" creationId="{8CE33BEF-877A-4D11-AF7E-0717924FB675}"/>
          </ac:spMkLst>
        </pc:spChg>
        <pc:picChg chg="add mod">
          <ac:chgData name="tanishq choudhary" userId="d60eabb1e0e7be42" providerId="LiveId" clId="{7F712622-ACAF-4FBE-9C0B-95DFEC70E3AF}" dt="2022-06-08T14:39:57.142" v="651" actId="1076"/>
          <ac:picMkLst>
            <pc:docMk/>
            <pc:sldMk cId="1310368176" sldId="267"/>
            <ac:picMk id="10242" creationId="{EB5D61F8-66DB-4316-AE0F-02F9C4FD4A6F}"/>
          </ac:picMkLst>
        </pc:picChg>
        <pc:picChg chg="add mod">
          <ac:chgData name="tanishq choudhary" userId="d60eabb1e0e7be42" providerId="LiveId" clId="{7F712622-ACAF-4FBE-9C0B-95DFEC70E3AF}" dt="2022-06-08T14:39:52.818" v="650" actId="1076"/>
          <ac:picMkLst>
            <pc:docMk/>
            <pc:sldMk cId="1310368176" sldId="267"/>
            <ac:picMk id="10244" creationId="{A87A2CAF-3964-4BF5-8E47-6AC8F9E11935}"/>
          </ac:picMkLst>
        </pc:picChg>
        <pc:picChg chg="add mod">
          <ac:chgData name="tanishq choudhary" userId="d60eabb1e0e7be42" providerId="LiveId" clId="{7F712622-ACAF-4FBE-9C0B-95DFEC70E3AF}" dt="2022-06-08T14:40:02.157" v="652" actId="1076"/>
          <ac:picMkLst>
            <pc:docMk/>
            <pc:sldMk cId="1310368176" sldId="267"/>
            <ac:picMk id="10246" creationId="{6128B706-70B3-4364-A007-918282718A48}"/>
          </ac:picMkLst>
        </pc:picChg>
        <pc:picChg chg="add mod">
          <ac:chgData name="tanishq choudhary" userId="d60eabb1e0e7be42" providerId="LiveId" clId="{7F712622-ACAF-4FBE-9C0B-95DFEC70E3AF}" dt="2022-06-08T14:40:04.623" v="653" actId="1076"/>
          <ac:picMkLst>
            <pc:docMk/>
            <pc:sldMk cId="1310368176" sldId="267"/>
            <ac:picMk id="10248" creationId="{91F1D21A-B7BE-44F3-9412-57C6D6D4B423}"/>
          </ac:picMkLst>
        </pc:picChg>
      </pc:sldChg>
      <pc:sldChg chg="addSp modSp new mod">
        <pc:chgData name="tanishq choudhary" userId="d60eabb1e0e7be42" providerId="LiveId" clId="{7F712622-ACAF-4FBE-9C0B-95DFEC70E3AF}" dt="2022-06-08T15:21:12.447" v="717" actId="1076"/>
        <pc:sldMkLst>
          <pc:docMk/>
          <pc:sldMk cId="2109256981" sldId="268"/>
        </pc:sldMkLst>
        <pc:spChg chg="mod">
          <ac:chgData name="tanishq choudhary" userId="d60eabb1e0e7be42" providerId="LiveId" clId="{7F712622-ACAF-4FBE-9C0B-95DFEC70E3AF}" dt="2022-06-08T15:17:53.176" v="694" actId="20577"/>
          <ac:spMkLst>
            <pc:docMk/>
            <pc:sldMk cId="2109256981" sldId="268"/>
            <ac:spMk id="2" creationId="{AEADC1FF-E9B7-40D9-B4A4-E9D0C58833FC}"/>
          </ac:spMkLst>
        </pc:spChg>
        <pc:spChg chg="mod">
          <ac:chgData name="tanishq choudhary" userId="d60eabb1e0e7be42" providerId="LiveId" clId="{7F712622-ACAF-4FBE-9C0B-95DFEC70E3AF}" dt="2022-06-08T15:19:30.073" v="711" actId="14100"/>
          <ac:spMkLst>
            <pc:docMk/>
            <pc:sldMk cId="2109256981" sldId="268"/>
            <ac:spMk id="3" creationId="{CAFD6414-EE06-4E11-9D5A-8AFCF17E8702}"/>
          </ac:spMkLst>
        </pc:spChg>
        <pc:picChg chg="add mod">
          <ac:chgData name="tanishq choudhary" userId="d60eabb1e0e7be42" providerId="LiveId" clId="{7F712622-ACAF-4FBE-9C0B-95DFEC70E3AF}" dt="2022-06-08T15:21:12.447" v="717" actId="1076"/>
          <ac:picMkLst>
            <pc:docMk/>
            <pc:sldMk cId="2109256981" sldId="268"/>
            <ac:picMk id="11266" creationId="{64B7AF53-02EF-4AC4-9E32-46AB4E466644}"/>
          </ac:picMkLst>
        </pc:picChg>
        <pc:picChg chg="add mod">
          <ac:chgData name="tanishq choudhary" userId="d60eabb1e0e7be42" providerId="LiveId" clId="{7F712622-ACAF-4FBE-9C0B-95DFEC70E3AF}" dt="2022-06-08T15:21:03.399" v="714" actId="1076"/>
          <ac:picMkLst>
            <pc:docMk/>
            <pc:sldMk cId="2109256981" sldId="268"/>
            <ac:picMk id="11268" creationId="{785D477B-27A7-455A-B540-23E9BD46BC62}"/>
          </ac:picMkLst>
        </pc:picChg>
      </pc:sldChg>
      <pc:sldChg chg="addSp delSp modSp new mod">
        <pc:chgData name="tanishq choudhary" userId="d60eabb1e0e7be42" providerId="LiveId" clId="{7F712622-ACAF-4FBE-9C0B-95DFEC70E3AF}" dt="2022-06-08T15:40:35.768" v="894" actId="1076"/>
        <pc:sldMkLst>
          <pc:docMk/>
          <pc:sldMk cId="1091383226" sldId="269"/>
        </pc:sldMkLst>
        <pc:spChg chg="del">
          <ac:chgData name="tanishq choudhary" userId="d60eabb1e0e7be42" providerId="LiveId" clId="{7F712622-ACAF-4FBE-9C0B-95DFEC70E3AF}" dt="2022-06-08T15:21:54.806" v="719" actId="478"/>
          <ac:spMkLst>
            <pc:docMk/>
            <pc:sldMk cId="1091383226" sldId="269"/>
            <ac:spMk id="2" creationId="{59A2CCF6-BDA6-49DA-87BE-133B8AE57237}"/>
          </ac:spMkLst>
        </pc:spChg>
        <pc:spChg chg="mod">
          <ac:chgData name="tanishq choudhary" userId="d60eabb1e0e7be42" providerId="LiveId" clId="{7F712622-ACAF-4FBE-9C0B-95DFEC70E3AF}" dt="2022-06-08T15:38:30.681" v="864" actId="21"/>
          <ac:spMkLst>
            <pc:docMk/>
            <pc:sldMk cId="1091383226" sldId="269"/>
            <ac:spMk id="3" creationId="{4577A918-559A-4B2D-9C7D-168CFFEC0C58}"/>
          </ac:spMkLst>
        </pc:spChg>
        <pc:picChg chg="add del">
          <ac:chgData name="tanishq choudhary" userId="d60eabb1e0e7be42" providerId="LiveId" clId="{7F712622-ACAF-4FBE-9C0B-95DFEC70E3AF}" dt="2022-06-08T15:22:23.324" v="738"/>
          <ac:picMkLst>
            <pc:docMk/>
            <pc:sldMk cId="1091383226" sldId="269"/>
            <ac:picMk id="12290" creationId="{B22F0E2E-9396-479F-9250-386C02BF606F}"/>
          </ac:picMkLst>
        </pc:picChg>
        <pc:picChg chg="add mod">
          <ac:chgData name="tanishq choudhary" userId="d60eabb1e0e7be42" providerId="LiveId" clId="{7F712622-ACAF-4FBE-9C0B-95DFEC70E3AF}" dt="2022-06-08T15:40:35.768" v="894" actId="1076"/>
          <ac:picMkLst>
            <pc:docMk/>
            <pc:sldMk cId="1091383226" sldId="269"/>
            <ac:picMk id="12292" creationId="{A5F45BD9-E6BA-499D-B921-5C1526D93492}"/>
          </ac:picMkLst>
        </pc:picChg>
        <pc:picChg chg="add mod">
          <ac:chgData name="tanishq choudhary" userId="d60eabb1e0e7be42" providerId="LiveId" clId="{7F712622-ACAF-4FBE-9C0B-95DFEC70E3AF}" dt="2022-06-08T15:40:30.805" v="891" actId="1076"/>
          <ac:picMkLst>
            <pc:docMk/>
            <pc:sldMk cId="1091383226" sldId="269"/>
            <ac:picMk id="12294" creationId="{F3B06DA9-482B-43D7-B30B-E24C24E25EF2}"/>
          </ac:picMkLst>
        </pc:picChg>
        <pc:picChg chg="add mod">
          <ac:chgData name="tanishq choudhary" userId="d60eabb1e0e7be42" providerId="LiveId" clId="{7F712622-ACAF-4FBE-9C0B-95DFEC70E3AF}" dt="2022-06-08T15:40:11.099" v="884" actId="14100"/>
          <ac:picMkLst>
            <pc:docMk/>
            <pc:sldMk cId="1091383226" sldId="269"/>
            <ac:picMk id="12296" creationId="{1621C145-543D-458D-B9DB-8BD4DE47BB16}"/>
          </ac:picMkLst>
        </pc:picChg>
        <pc:picChg chg="add mod">
          <ac:chgData name="tanishq choudhary" userId="d60eabb1e0e7be42" providerId="LiveId" clId="{7F712622-ACAF-4FBE-9C0B-95DFEC70E3AF}" dt="2022-06-08T15:40:20.616" v="887" actId="1076"/>
          <ac:picMkLst>
            <pc:docMk/>
            <pc:sldMk cId="1091383226" sldId="269"/>
            <ac:picMk id="12298" creationId="{423B3E8B-EB15-451E-9A17-04A16B9CE151}"/>
          </ac:picMkLst>
        </pc:picChg>
        <pc:picChg chg="add del mod">
          <ac:chgData name="tanishq choudhary" userId="d60eabb1e0e7be42" providerId="LiveId" clId="{7F712622-ACAF-4FBE-9C0B-95DFEC70E3AF}" dt="2022-06-08T15:39:16.451" v="872" actId="21"/>
          <ac:picMkLst>
            <pc:docMk/>
            <pc:sldMk cId="1091383226" sldId="269"/>
            <ac:picMk id="12300" creationId="{6B662697-C9D0-491D-9466-82B63283C05C}"/>
          </ac:picMkLst>
        </pc:picChg>
        <pc:picChg chg="add del mod">
          <ac:chgData name="tanishq choudhary" userId="d60eabb1e0e7be42" providerId="LiveId" clId="{7F712622-ACAF-4FBE-9C0B-95DFEC70E3AF}" dt="2022-06-08T15:39:30.484" v="875" actId="21"/>
          <ac:picMkLst>
            <pc:docMk/>
            <pc:sldMk cId="1091383226" sldId="269"/>
            <ac:picMk id="12302" creationId="{EF1B7412-B2FC-41A4-AA3E-19D8A444C33D}"/>
          </ac:picMkLst>
        </pc:picChg>
        <pc:picChg chg="add del mod">
          <ac:chgData name="tanishq choudhary" userId="d60eabb1e0e7be42" providerId="LiveId" clId="{7F712622-ACAF-4FBE-9C0B-95DFEC70E3AF}" dt="2022-06-08T15:39:41.139" v="878" actId="21"/>
          <ac:picMkLst>
            <pc:docMk/>
            <pc:sldMk cId="1091383226" sldId="269"/>
            <ac:picMk id="12304" creationId="{6C235A90-BCFB-475B-AAD8-BE067D874AC3}"/>
          </ac:picMkLst>
        </pc:picChg>
        <pc:picChg chg="add del mod">
          <ac:chgData name="tanishq choudhary" userId="d60eabb1e0e7be42" providerId="LiveId" clId="{7F712622-ACAF-4FBE-9C0B-95DFEC70E3AF}" dt="2022-06-08T15:39:46.247" v="880" actId="21"/>
          <ac:picMkLst>
            <pc:docMk/>
            <pc:sldMk cId="1091383226" sldId="269"/>
            <ac:picMk id="12306" creationId="{40A3DD18-D5B4-4FA2-831D-E74621429CF5}"/>
          </ac:picMkLst>
        </pc:picChg>
      </pc:sldChg>
      <pc:sldChg chg="addSp delSp modSp new mod">
        <pc:chgData name="tanishq choudhary" userId="d60eabb1e0e7be42" providerId="LiveId" clId="{7F712622-ACAF-4FBE-9C0B-95DFEC70E3AF}" dt="2022-06-08T15:41:24.307" v="902" actId="1076"/>
        <pc:sldMkLst>
          <pc:docMk/>
          <pc:sldMk cId="3893588001" sldId="270"/>
        </pc:sldMkLst>
        <pc:spChg chg="del">
          <ac:chgData name="tanishq choudhary" userId="d60eabb1e0e7be42" providerId="LiveId" clId="{7F712622-ACAF-4FBE-9C0B-95DFEC70E3AF}" dt="2022-06-08T15:34:14.955" v="830" actId="478"/>
          <ac:spMkLst>
            <pc:docMk/>
            <pc:sldMk cId="3893588001" sldId="270"/>
            <ac:spMk id="2" creationId="{ED9F29D5-6D84-43E8-981A-5A5AC727CE9C}"/>
          </ac:spMkLst>
        </pc:spChg>
        <pc:spChg chg="mod">
          <ac:chgData name="tanishq choudhary" userId="d60eabb1e0e7be42" providerId="LiveId" clId="{7F712622-ACAF-4FBE-9C0B-95DFEC70E3AF}" dt="2022-06-08T15:40:47.566" v="896" actId="14100"/>
          <ac:spMkLst>
            <pc:docMk/>
            <pc:sldMk cId="3893588001" sldId="270"/>
            <ac:spMk id="3" creationId="{4C832BD6-9FAB-44C7-8DE8-AB8B9E8364D7}"/>
          </ac:spMkLst>
        </pc:spChg>
        <pc:picChg chg="add mod">
          <ac:chgData name="tanishq choudhary" userId="d60eabb1e0e7be42" providerId="LiveId" clId="{7F712622-ACAF-4FBE-9C0B-95DFEC70E3AF}" dt="2022-06-08T15:41:06.919" v="899" actId="1076"/>
          <ac:picMkLst>
            <pc:docMk/>
            <pc:sldMk cId="3893588001" sldId="270"/>
            <ac:picMk id="4" creationId="{320ABADB-28E4-46E1-B274-F78BE00DC72B}"/>
          </ac:picMkLst>
        </pc:picChg>
        <pc:picChg chg="add mod">
          <ac:chgData name="tanishq choudhary" userId="d60eabb1e0e7be42" providerId="LiveId" clId="{7F712622-ACAF-4FBE-9C0B-95DFEC70E3AF}" dt="2022-06-08T15:41:20.901" v="901" actId="1076"/>
          <ac:picMkLst>
            <pc:docMk/>
            <pc:sldMk cId="3893588001" sldId="270"/>
            <ac:picMk id="5" creationId="{40567FD4-A959-467D-AED4-0CE3EFA11282}"/>
          </ac:picMkLst>
        </pc:picChg>
        <pc:picChg chg="add mod">
          <ac:chgData name="tanishq choudhary" userId="d60eabb1e0e7be42" providerId="LiveId" clId="{7F712622-ACAF-4FBE-9C0B-95DFEC70E3AF}" dt="2022-06-08T15:39:43.529" v="879"/>
          <ac:picMkLst>
            <pc:docMk/>
            <pc:sldMk cId="3893588001" sldId="270"/>
            <ac:picMk id="6" creationId="{551DA5FF-3C9A-4F83-AB58-6A9B8F87BC47}"/>
          </ac:picMkLst>
        </pc:picChg>
        <pc:picChg chg="add mod">
          <ac:chgData name="tanishq choudhary" userId="d60eabb1e0e7be42" providerId="LiveId" clId="{7F712622-ACAF-4FBE-9C0B-95DFEC70E3AF}" dt="2022-06-08T15:41:24.307" v="902" actId="1076"/>
          <ac:picMkLst>
            <pc:docMk/>
            <pc:sldMk cId="3893588001" sldId="270"/>
            <ac:picMk id="7" creationId="{1938762D-A3FA-4704-B975-E9C0E53231A0}"/>
          </ac:picMkLst>
        </pc:picChg>
      </pc:sldChg>
      <pc:sldChg chg="addSp modSp new mod">
        <pc:chgData name="tanishq choudhary" userId="d60eabb1e0e7be42" providerId="LiveId" clId="{7F712622-ACAF-4FBE-9C0B-95DFEC70E3AF}" dt="2022-06-08T16:35:13.907" v="932" actId="27636"/>
        <pc:sldMkLst>
          <pc:docMk/>
          <pc:sldMk cId="322278948" sldId="271"/>
        </pc:sldMkLst>
        <pc:spChg chg="mod">
          <ac:chgData name="tanishq choudhary" userId="d60eabb1e0e7be42" providerId="LiveId" clId="{7F712622-ACAF-4FBE-9C0B-95DFEC70E3AF}" dt="2022-06-08T16:34:47.487" v="927" actId="122"/>
          <ac:spMkLst>
            <pc:docMk/>
            <pc:sldMk cId="322278948" sldId="271"/>
            <ac:spMk id="2" creationId="{5BFF776E-E4F1-4312-AB8B-61060D10E49D}"/>
          </ac:spMkLst>
        </pc:spChg>
        <pc:spChg chg="mod">
          <ac:chgData name="tanishq choudhary" userId="d60eabb1e0e7be42" providerId="LiveId" clId="{7F712622-ACAF-4FBE-9C0B-95DFEC70E3AF}" dt="2022-06-08T16:35:13.907" v="932" actId="27636"/>
          <ac:spMkLst>
            <pc:docMk/>
            <pc:sldMk cId="322278948" sldId="271"/>
            <ac:spMk id="3" creationId="{9B509A10-3D78-4CE3-9A22-35FE3C3EC0CC}"/>
          </ac:spMkLst>
        </pc:spChg>
        <pc:picChg chg="add mod">
          <ac:chgData name="tanishq choudhary" userId="d60eabb1e0e7be42" providerId="LiveId" clId="{7F712622-ACAF-4FBE-9C0B-95DFEC70E3AF}" dt="2022-06-08T16:35:07.537" v="929" actId="1076"/>
          <ac:picMkLst>
            <pc:docMk/>
            <pc:sldMk cId="322278948" sldId="271"/>
            <ac:picMk id="13314" creationId="{B56F0AA5-3619-4B23-B292-7DCDCCB73901}"/>
          </ac:picMkLst>
        </pc:picChg>
      </pc:sldChg>
      <pc:sldChg chg="addSp modSp new mod">
        <pc:chgData name="tanishq choudhary" userId="d60eabb1e0e7be42" providerId="LiveId" clId="{7F712622-ACAF-4FBE-9C0B-95DFEC70E3AF}" dt="2022-06-08T16:38:40.722" v="975" actId="1076"/>
        <pc:sldMkLst>
          <pc:docMk/>
          <pc:sldMk cId="3822427941" sldId="272"/>
        </pc:sldMkLst>
        <pc:spChg chg="mod">
          <ac:chgData name="tanishq choudhary" userId="d60eabb1e0e7be42" providerId="LiveId" clId="{7F712622-ACAF-4FBE-9C0B-95DFEC70E3AF}" dt="2022-06-08T16:36:41.157" v="963" actId="122"/>
          <ac:spMkLst>
            <pc:docMk/>
            <pc:sldMk cId="3822427941" sldId="272"/>
            <ac:spMk id="2" creationId="{1EA6F0ED-958E-48F8-83EB-D4088E13A2E2}"/>
          </ac:spMkLst>
        </pc:spChg>
        <pc:spChg chg="mod">
          <ac:chgData name="tanishq choudhary" userId="d60eabb1e0e7be42" providerId="LiveId" clId="{7F712622-ACAF-4FBE-9C0B-95DFEC70E3AF}" dt="2022-06-08T16:38:07.001" v="971" actId="20577"/>
          <ac:spMkLst>
            <pc:docMk/>
            <pc:sldMk cId="3822427941" sldId="272"/>
            <ac:spMk id="3" creationId="{231F757A-B422-487F-AA4D-5F6C7615B38E}"/>
          </ac:spMkLst>
        </pc:spChg>
        <pc:picChg chg="add mod">
          <ac:chgData name="tanishq choudhary" userId="d60eabb1e0e7be42" providerId="LiveId" clId="{7F712622-ACAF-4FBE-9C0B-95DFEC70E3AF}" dt="2022-06-08T16:38:40.722" v="975" actId="1076"/>
          <ac:picMkLst>
            <pc:docMk/>
            <pc:sldMk cId="3822427941" sldId="272"/>
            <ac:picMk id="15362" creationId="{B2666C76-91F8-4C12-819A-9FED4339B54B}"/>
          </ac:picMkLst>
        </pc:picChg>
      </pc:sldChg>
      <pc:sldChg chg="addSp delSp modSp new mod">
        <pc:chgData name="tanishq choudhary" userId="d60eabb1e0e7be42" providerId="LiveId" clId="{7F712622-ACAF-4FBE-9C0B-95DFEC70E3AF}" dt="2022-06-08T16:45:06.313" v="1066" actId="207"/>
        <pc:sldMkLst>
          <pc:docMk/>
          <pc:sldMk cId="3643589251" sldId="273"/>
        </pc:sldMkLst>
        <pc:spChg chg="mod">
          <ac:chgData name="tanishq choudhary" userId="d60eabb1e0e7be42" providerId="LiveId" clId="{7F712622-ACAF-4FBE-9C0B-95DFEC70E3AF}" dt="2022-06-08T16:43:11.109" v="1055" actId="20577"/>
          <ac:spMkLst>
            <pc:docMk/>
            <pc:sldMk cId="3643589251" sldId="273"/>
            <ac:spMk id="2" creationId="{1E12A891-2F2C-42E1-925C-9B46F68B74F4}"/>
          </ac:spMkLst>
        </pc:spChg>
        <pc:spChg chg="mod">
          <ac:chgData name="tanishq choudhary" userId="d60eabb1e0e7be42" providerId="LiveId" clId="{7F712622-ACAF-4FBE-9C0B-95DFEC70E3AF}" dt="2022-06-08T16:45:06.313" v="1066" actId="207"/>
          <ac:spMkLst>
            <pc:docMk/>
            <pc:sldMk cId="3643589251" sldId="273"/>
            <ac:spMk id="3" creationId="{62CFAE31-7A49-4493-83E2-CB1F7D9A75A2}"/>
          </ac:spMkLst>
        </pc:spChg>
        <pc:spChg chg="add del">
          <ac:chgData name="tanishq choudhary" userId="d60eabb1e0e7be42" providerId="LiveId" clId="{7F712622-ACAF-4FBE-9C0B-95DFEC70E3AF}" dt="2022-06-08T16:39:17.711" v="977"/>
          <ac:spMkLst>
            <pc:docMk/>
            <pc:sldMk cId="3643589251" sldId="273"/>
            <ac:spMk id="4" creationId="{78F1F597-0015-4EA2-817D-7D3E2C384E5E}"/>
          </ac:spMkLst>
        </pc:spChg>
        <pc:spChg chg="add del">
          <ac:chgData name="tanishq choudhary" userId="d60eabb1e0e7be42" providerId="LiveId" clId="{7F712622-ACAF-4FBE-9C0B-95DFEC70E3AF}" dt="2022-06-08T16:39:38.781" v="986"/>
          <ac:spMkLst>
            <pc:docMk/>
            <pc:sldMk cId="3643589251" sldId="273"/>
            <ac:spMk id="5" creationId="{87DFF0BF-98E3-45C6-B236-B633B64B6299}"/>
          </ac:spMkLst>
        </pc:spChg>
        <pc:spChg chg="add mod">
          <ac:chgData name="tanishq choudhary" userId="d60eabb1e0e7be42" providerId="LiveId" clId="{7F712622-ACAF-4FBE-9C0B-95DFEC70E3AF}" dt="2022-06-08T16:40:04.604" v="990" actId="1076"/>
          <ac:spMkLst>
            <pc:docMk/>
            <pc:sldMk cId="3643589251" sldId="273"/>
            <ac:spMk id="6" creationId="{960E82CF-E142-406D-9E37-31EE856A6EEC}"/>
          </ac:spMkLst>
        </pc:spChg>
        <pc:picChg chg="add del mod">
          <ac:chgData name="tanishq choudhary" userId="d60eabb1e0e7be42" providerId="LiveId" clId="{7F712622-ACAF-4FBE-9C0B-95DFEC70E3AF}" dt="2022-06-08T16:41:26.412" v="996" actId="21"/>
          <ac:picMkLst>
            <pc:docMk/>
            <pc:sldMk cId="3643589251" sldId="273"/>
            <ac:picMk id="16392" creationId="{01095240-1BFE-4FAB-B333-CFA2F1083D93}"/>
          </ac:picMkLst>
        </pc:picChg>
      </pc:sldChg>
      <pc:sldChg chg="addSp delSp modSp new mod modClrScheme chgLayout">
        <pc:chgData name="tanishq choudhary" userId="d60eabb1e0e7be42" providerId="LiveId" clId="{7F712622-ACAF-4FBE-9C0B-95DFEC70E3AF}" dt="2022-06-08T16:41:54.374" v="1000" actId="962"/>
        <pc:sldMkLst>
          <pc:docMk/>
          <pc:sldMk cId="1232839388" sldId="274"/>
        </pc:sldMkLst>
        <pc:spChg chg="del">
          <ac:chgData name="tanishq choudhary" userId="d60eabb1e0e7be42" providerId="LiveId" clId="{7F712622-ACAF-4FBE-9C0B-95DFEC70E3AF}" dt="2022-06-08T16:41:22.964" v="995" actId="700"/>
          <ac:spMkLst>
            <pc:docMk/>
            <pc:sldMk cId="1232839388" sldId="274"/>
            <ac:spMk id="2" creationId="{C81005AB-C84B-4BFE-9B2B-B36753E57D0A}"/>
          </ac:spMkLst>
        </pc:spChg>
        <pc:spChg chg="del">
          <ac:chgData name="tanishq choudhary" userId="d60eabb1e0e7be42" providerId="LiveId" clId="{7F712622-ACAF-4FBE-9C0B-95DFEC70E3AF}" dt="2022-06-08T16:41:22.964" v="995" actId="700"/>
          <ac:spMkLst>
            <pc:docMk/>
            <pc:sldMk cId="1232839388" sldId="274"/>
            <ac:spMk id="3" creationId="{141E8EED-CC76-42EF-B52E-1487DAB87EAC}"/>
          </ac:spMkLst>
        </pc:spChg>
        <pc:picChg chg="add mod">
          <ac:chgData name="tanishq choudhary" userId="d60eabb1e0e7be42" providerId="LiveId" clId="{7F712622-ACAF-4FBE-9C0B-95DFEC70E3AF}" dt="2022-06-08T16:41:54.374" v="1000" actId="962"/>
          <ac:picMkLst>
            <pc:docMk/>
            <pc:sldMk cId="1232839388" sldId="274"/>
            <ac:picMk id="4" creationId="{04998EE4-BD8F-44F2-A1A7-90E5038E0F6B}"/>
          </ac:picMkLst>
        </pc:picChg>
      </pc:sldChg>
      <pc:sldChg chg="addSp modSp new mod modClrScheme chgLayout">
        <pc:chgData name="tanishq choudhary" userId="d60eabb1e0e7be42" providerId="LiveId" clId="{7F712622-ACAF-4FBE-9C0B-95DFEC70E3AF}" dt="2022-06-08T16:51:12.119" v="1214" actId="20577"/>
        <pc:sldMkLst>
          <pc:docMk/>
          <pc:sldMk cId="3859786910" sldId="275"/>
        </pc:sldMkLst>
        <pc:spChg chg="add mod">
          <ac:chgData name="tanishq choudhary" userId="d60eabb1e0e7be42" providerId="LiveId" clId="{7F712622-ACAF-4FBE-9C0B-95DFEC70E3AF}" dt="2022-06-08T16:49:00.055" v="1097" actId="20577"/>
          <ac:spMkLst>
            <pc:docMk/>
            <pc:sldMk cId="3859786910" sldId="275"/>
            <ac:spMk id="2" creationId="{09AD3F2D-738D-4235-97B7-58CC41803FFC}"/>
          </ac:spMkLst>
        </pc:spChg>
        <pc:spChg chg="add mod">
          <ac:chgData name="tanishq choudhary" userId="d60eabb1e0e7be42" providerId="LiveId" clId="{7F712622-ACAF-4FBE-9C0B-95DFEC70E3AF}" dt="2022-06-08T16:51:12.119" v="1214" actId="20577"/>
          <ac:spMkLst>
            <pc:docMk/>
            <pc:sldMk cId="3859786910" sldId="275"/>
            <ac:spMk id="3" creationId="{3E64F796-FB90-4780-A5F1-CF0AE0511BDB}"/>
          </ac:spMkLst>
        </pc:spChg>
      </pc:sldChg>
      <pc:sldChg chg="addSp modSp new mod">
        <pc:chgData name="tanishq choudhary" userId="d60eabb1e0e7be42" providerId="LiveId" clId="{7F712622-ACAF-4FBE-9C0B-95DFEC70E3AF}" dt="2022-06-08T16:53:19.471" v="1251" actId="1076"/>
        <pc:sldMkLst>
          <pc:docMk/>
          <pc:sldMk cId="3911635758" sldId="276"/>
        </pc:sldMkLst>
        <pc:spChg chg="mod">
          <ac:chgData name="tanishq choudhary" userId="d60eabb1e0e7be42" providerId="LiveId" clId="{7F712622-ACAF-4FBE-9C0B-95DFEC70E3AF}" dt="2022-06-08T16:52:26.493" v="1240" actId="122"/>
          <ac:spMkLst>
            <pc:docMk/>
            <pc:sldMk cId="3911635758" sldId="276"/>
            <ac:spMk id="2" creationId="{B3F62F44-EA43-46B0-AE90-131BBF161718}"/>
          </ac:spMkLst>
        </pc:spChg>
        <pc:spChg chg="mod">
          <ac:chgData name="tanishq choudhary" userId="d60eabb1e0e7be42" providerId="LiveId" clId="{7F712622-ACAF-4FBE-9C0B-95DFEC70E3AF}" dt="2022-06-08T16:52:51.958" v="1243" actId="207"/>
          <ac:spMkLst>
            <pc:docMk/>
            <pc:sldMk cId="3911635758" sldId="276"/>
            <ac:spMk id="3" creationId="{7F69A6E6-1BA7-4E1C-8893-386009D29608}"/>
          </ac:spMkLst>
        </pc:spChg>
        <pc:picChg chg="add mod">
          <ac:chgData name="tanishq choudhary" userId="d60eabb1e0e7be42" providerId="LiveId" clId="{7F712622-ACAF-4FBE-9C0B-95DFEC70E3AF}" dt="2022-06-08T16:53:19.471" v="1251" actId="1076"/>
          <ac:picMkLst>
            <pc:docMk/>
            <pc:sldMk cId="3911635758" sldId="276"/>
            <ac:picMk id="17410" creationId="{BC85F5DD-C8C1-4FF2-98D7-A6154F6DCC15}"/>
          </ac:picMkLst>
        </pc:picChg>
      </pc:sldChg>
      <pc:sldChg chg="addSp delSp modSp new mod">
        <pc:chgData name="tanishq choudhary" userId="d60eabb1e0e7be42" providerId="LiveId" clId="{7F712622-ACAF-4FBE-9C0B-95DFEC70E3AF}" dt="2022-06-08T17:03:41.587" v="1291" actId="255"/>
        <pc:sldMkLst>
          <pc:docMk/>
          <pc:sldMk cId="116855938" sldId="277"/>
        </pc:sldMkLst>
        <pc:spChg chg="mod">
          <ac:chgData name="tanishq choudhary" userId="d60eabb1e0e7be42" providerId="LiveId" clId="{7F712622-ACAF-4FBE-9C0B-95DFEC70E3AF}" dt="2022-06-08T16:53:51.250" v="1256" actId="122"/>
          <ac:spMkLst>
            <pc:docMk/>
            <pc:sldMk cId="116855938" sldId="277"/>
            <ac:spMk id="2" creationId="{08749693-B870-4416-8BDF-A7C1CBB6F125}"/>
          </ac:spMkLst>
        </pc:spChg>
        <pc:spChg chg="mod">
          <ac:chgData name="tanishq choudhary" userId="d60eabb1e0e7be42" providerId="LiveId" clId="{7F712622-ACAF-4FBE-9C0B-95DFEC70E3AF}" dt="2022-06-08T17:01:02.746" v="1270" actId="1076"/>
          <ac:spMkLst>
            <pc:docMk/>
            <pc:sldMk cId="116855938" sldId="277"/>
            <ac:spMk id="3" creationId="{F5B30BCE-502C-42B0-ADE6-F881F563D52E}"/>
          </ac:spMkLst>
        </pc:spChg>
        <pc:spChg chg="add del">
          <ac:chgData name="tanishq choudhary" userId="d60eabb1e0e7be42" providerId="LiveId" clId="{7F712622-ACAF-4FBE-9C0B-95DFEC70E3AF}" dt="2022-06-08T16:56:57.319" v="1261"/>
          <ac:spMkLst>
            <pc:docMk/>
            <pc:sldMk cId="116855938" sldId="277"/>
            <ac:spMk id="4" creationId="{6AAB58BE-B3CF-4C3E-B98C-0513A40241C5}"/>
          </ac:spMkLst>
        </pc:spChg>
        <pc:spChg chg="add del mod">
          <ac:chgData name="tanishq choudhary" userId="d60eabb1e0e7be42" providerId="LiveId" clId="{7F712622-ACAF-4FBE-9C0B-95DFEC70E3AF}" dt="2022-06-08T17:00:41.707" v="1267"/>
          <ac:spMkLst>
            <pc:docMk/>
            <pc:sldMk cId="116855938" sldId="277"/>
            <ac:spMk id="5" creationId="{F455CEE2-5749-4894-BFEA-2666AC17F692}"/>
          </ac:spMkLst>
        </pc:spChg>
        <pc:spChg chg="add del mod">
          <ac:chgData name="tanishq choudhary" userId="d60eabb1e0e7be42" providerId="LiveId" clId="{7F712622-ACAF-4FBE-9C0B-95DFEC70E3AF}" dt="2022-06-08T17:01:03.963" v="1271"/>
          <ac:spMkLst>
            <pc:docMk/>
            <pc:sldMk cId="116855938" sldId="277"/>
            <ac:spMk id="6" creationId="{B4EE6A7D-9DB4-40EE-B620-77CF3B6034FC}"/>
          </ac:spMkLst>
        </pc:spChg>
        <pc:spChg chg="add mod">
          <ac:chgData name="tanishq choudhary" userId="d60eabb1e0e7be42" providerId="LiveId" clId="{7F712622-ACAF-4FBE-9C0B-95DFEC70E3AF}" dt="2022-06-08T17:03:41.587" v="1291" actId="255"/>
          <ac:spMkLst>
            <pc:docMk/>
            <pc:sldMk cId="116855938" sldId="277"/>
            <ac:spMk id="7" creationId="{78CEBB77-336A-4D3E-A467-74AD39039B1C}"/>
          </ac:spMkLst>
        </pc:spChg>
      </pc:sldChg>
      <pc:sldChg chg="addSp modSp new mod">
        <pc:chgData name="tanishq choudhary" userId="d60eabb1e0e7be42" providerId="LiveId" clId="{7F712622-ACAF-4FBE-9C0B-95DFEC70E3AF}" dt="2022-06-08T17:06:08.167" v="1326" actId="1076"/>
        <pc:sldMkLst>
          <pc:docMk/>
          <pc:sldMk cId="1306048220" sldId="278"/>
        </pc:sldMkLst>
        <pc:spChg chg="mod">
          <ac:chgData name="tanishq choudhary" userId="d60eabb1e0e7be42" providerId="LiveId" clId="{7F712622-ACAF-4FBE-9C0B-95DFEC70E3AF}" dt="2022-06-08T17:04:21.599" v="1310" actId="122"/>
          <ac:spMkLst>
            <pc:docMk/>
            <pc:sldMk cId="1306048220" sldId="278"/>
            <ac:spMk id="2" creationId="{AB932B3A-A62A-4FFF-8211-D83842F832F5}"/>
          </ac:spMkLst>
        </pc:spChg>
        <pc:spChg chg="mod">
          <ac:chgData name="tanishq choudhary" userId="d60eabb1e0e7be42" providerId="LiveId" clId="{7F712622-ACAF-4FBE-9C0B-95DFEC70E3AF}" dt="2022-06-08T17:06:02.389" v="1325" actId="27636"/>
          <ac:spMkLst>
            <pc:docMk/>
            <pc:sldMk cId="1306048220" sldId="278"/>
            <ac:spMk id="3" creationId="{7B9834CE-8DF2-4A70-BAF3-D02B1BA01995}"/>
          </ac:spMkLst>
        </pc:spChg>
        <pc:picChg chg="add mod">
          <ac:chgData name="tanishq choudhary" userId="d60eabb1e0e7be42" providerId="LiveId" clId="{7F712622-ACAF-4FBE-9C0B-95DFEC70E3AF}" dt="2022-06-08T17:06:08.167" v="1326" actId="1076"/>
          <ac:picMkLst>
            <pc:docMk/>
            <pc:sldMk cId="1306048220" sldId="278"/>
            <ac:picMk id="20482" creationId="{CB14688A-57A8-4ABB-BA13-CE9B80445508}"/>
          </ac:picMkLst>
        </pc:picChg>
      </pc:sldChg>
      <pc:sldChg chg="modSp new mod">
        <pc:chgData name="tanishq choudhary" userId="d60eabb1e0e7be42" providerId="LiveId" clId="{7F712622-ACAF-4FBE-9C0B-95DFEC70E3AF}" dt="2022-06-08T17:07:55.692" v="1347" actId="27636"/>
        <pc:sldMkLst>
          <pc:docMk/>
          <pc:sldMk cId="1209777162" sldId="279"/>
        </pc:sldMkLst>
        <pc:spChg chg="mod">
          <ac:chgData name="tanishq choudhary" userId="d60eabb1e0e7be42" providerId="LiveId" clId="{7F712622-ACAF-4FBE-9C0B-95DFEC70E3AF}" dt="2022-06-08T17:06:40.114" v="1331" actId="122"/>
          <ac:spMkLst>
            <pc:docMk/>
            <pc:sldMk cId="1209777162" sldId="279"/>
            <ac:spMk id="2" creationId="{F13EE5D8-3683-403E-AC95-CC49FBBD9123}"/>
          </ac:spMkLst>
        </pc:spChg>
        <pc:spChg chg="mod">
          <ac:chgData name="tanishq choudhary" userId="d60eabb1e0e7be42" providerId="LiveId" clId="{7F712622-ACAF-4FBE-9C0B-95DFEC70E3AF}" dt="2022-06-08T17:07:55.692" v="1347" actId="27636"/>
          <ac:spMkLst>
            <pc:docMk/>
            <pc:sldMk cId="1209777162" sldId="279"/>
            <ac:spMk id="3" creationId="{5938187C-4550-4169-8865-9EA7E00E5ADC}"/>
          </ac:spMkLst>
        </pc:spChg>
      </pc:sldChg>
      <pc:sldChg chg="addSp delSp modSp new mod">
        <pc:chgData name="tanishq choudhary" userId="d60eabb1e0e7be42" providerId="LiveId" clId="{7F712622-ACAF-4FBE-9C0B-95DFEC70E3AF}" dt="2022-06-08T17:26:33.765" v="1486" actId="12"/>
        <pc:sldMkLst>
          <pc:docMk/>
          <pc:sldMk cId="2429826487" sldId="280"/>
        </pc:sldMkLst>
        <pc:spChg chg="mod">
          <ac:chgData name="tanishq choudhary" userId="d60eabb1e0e7be42" providerId="LiveId" clId="{7F712622-ACAF-4FBE-9C0B-95DFEC70E3AF}" dt="2022-06-08T17:19:39.399" v="1354" actId="122"/>
          <ac:spMkLst>
            <pc:docMk/>
            <pc:sldMk cId="2429826487" sldId="280"/>
            <ac:spMk id="2" creationId="{85FB89D0-6CA5-4F9B-8EC9-28EEADFA8D12}"/>
          </ac:spMkLst>
        </pc:spChg>
        <pc:spChg chg="add del mod">
          <ac:chgData name="tanishq choudhary" userId="d60eabb1e0e7be42" providerId="LiveId" clId="{7F712622-ACAF-4FBE-9C0B-95DFEC70E3AF}" dt="2022-06-08T17:26:33.765" v="1486" actId="12"/>
          <ac:spMkLst>
            <pc:docMk/>
            <pc:sldMk cId="2429826487" sldId="280"/>
            <ac:spMk id="3" creationId="{B0958EF9-91B5-4B53-9D34-91C2BF8CCACE}"/>
          </ac:spMkLst>
        </pc:spChg>
        <pc:spChg chg="add del mod">
          <ac:chgData name="tanishq choudhary" userId="d60eabb1e0e7be42" providerId="LiveId" clId="{7F712622-ACAF-4FBE-9C0B-95DFEC70E3AF}" dt="2022-06-08T17:19:49.984" v="1356"/>
          <ac:spMkLst>
            <pc:docMk/>
            <pc:sldMk cId="2429826487" sldId="280"/>
            <ac:spMk id="4" creationId="{AEF77F08-A7DB-47B9-AE08-7F17F77C3B7C}"/>
          </ac:spMkLst>
        </pc:spChg>
        <pc:spChg chg="add mod">
          <ac:chgData name="tanishq choudhary" userId="d60eabb1e0e7be42" providerId="LiveId" clId="{7F712622-ACAF-4FBE-9C0B-95DFEC70E3AF}" dt="2022-06-08T17:21:09.304" v="1372" actId="21"/>
          <ac:spMkLst>
            <pc:docMk/>
            <pc:sldMk cId="2429826487" sldId="280"/>
            <ac:spMk id="5" creationId="{6C6AA69F-3F07-48D5-8FC5-7BF1BAEBBE4E}"/>
          </ac:spMkLst>
        </pc:spChg>
      </pc:sldChg>
      <pc:sldChg chg="addSp delSp modSp new mod modClrScheme chgLayout">
        <pc:chgData name="tanishq choudhary" userId="d60eabb1e0e7be42" providerId="LiveId" clId="{7F712622-ACAF-4FBE-9C0B-95DFEC70E3AF}" dt="2022-06-08T17:27:13.049" v="1492" actId="1076"/>
        <pc:sldMkLst>
          <pc:docMk/>
          <pc:sldMk cId="3704611620" sldId="281"/>
        </pc:sldMkLst>
        <pc:spChg chg="del">
          <ac:chgData name="tanishq choudhary" userId="d60eabb1e0e7be42" providerId="LiveId" clId="{7F712622-ACAF-4FBE-9C0B-95DFEC70E3AF}" dt="2022-06-08T17:27:05.036" v="1488" actId="700"/>
          <ac:spMkLst>
            <pc:docMk/>
            <pc:sldMk cId="3704611620" sldId="281"/>
            <ac:spMk id="2" creationId="{E32B3256-5207-467E-B348-92DE35051631}"/>
          </ac:spMkLst>
        </pc:spChg>
        <pc:spChg chg="del">
          <ac:chgData name="tanishq choudhary" userId="d60eabb1e0e7be42" providerId="LiveId" clId="{7F712622-ACAF-4FBE-9C0B-95DFEC70E3AF}" dt="2022-06-08T17:27:05.036" v="1488" actId="700"/>
          <ac:spMkLst>
            <pc:docMk/>
            <pc:sldMk cId="3704611620" sldId="281"/>
            <ac:spMk id="3" creationId="{887596E8-7C31-430F-9645-3DCA69C98A16}"/>
          </ac:spMkLst>
        </pc:spChg>
        <pc:picChg chg="add mod">
          <ac:chgData name="tanishq choudhary" userId="d60eabb1e0e7be42" providerId="LiveId" clId="{7F712622-ACAF-4FBE-9C0B-95DFEC70E3AF}" dt="2022-06-08T17:27:13.049" v="1492" actId="1076"/>
          <ac:picMkLst>
            <pc:docMk/>
            <pc:sldMk cId="3704611620" sldId="281"/>
            <ac:picMk id="22530" creationId="{CC09E26C-F4C5-4E14-818F-CCBE8FC64C2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040521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331019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965521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5E6EE7-B05D-4266-86AB-B353E1F88794}"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4238569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5E6EE7-B05D-4266-86AB-B353E1F88794}" type="datetimeFigureOut">
              <a:rPr lang="en-IN" smtClean="0"/>
              <a:t>08-06-2022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84056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5E6EE7-B05D-4266-86AB-B353E1F88794}" type="datetimeFigureOut">
              <a:rPr lang="en-IN" smtClean="0"/>
              <a:t>08-06-2022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290970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5E6EE7-B05D-4266-86AB-B353E1F88794}" type="datetimeFigureOut">
              <a:rPr lang="en-IN" smtClean="0"/>
              <a:t>08-06-2022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477910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5E6EE7-B05D-4266-86AB-B353E1F88794}"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38664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5E6EE7-B05D-4266-86AB-B353E1F88794}" type="datetimeFigureOut">
              <a:rPr lang="en-IN" smtClean="0"/>
              <a:t>08-06-2022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248642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90659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85690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161776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84173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573260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3596216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5E6EE7-B05D-4266-86AB-B353E1F88794}" type="datetimeFigureOut">
              <a:rPr lang="en-IN" smtClean="0"/>
              <a:t>08-06-2022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0CD7B4-9EFE-4DBB-B91F-0ECB64B9321B}" type="slidenum">
              <a:rPr lang="en-IN" smtClean="0"/>
              <a:t>‹#›</a:t>
            </a:fld>
            <a:endParaRPr lang="en-IN"/>
          </a:p>
        </p:txBody>
      </p:sp>
    </p:spTree>
    <p:extLst>
      <p:ext uri="{BB962C8B-B14F-4D97-AF65-F5344CB8AC3E}">
        <p14:creationId xmlns:p14="http://schemas.microsoft.com/office/powerpoint/2010/main" val="1747246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05E6EE7-B05D-4266-86AB-B353E1F88794}" type="datetimeFigureOut">
              <a:rPr lang="en-IN" smtClean="0"/>
              <a:t>08-06-2022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0CD7B4-9EFE-4DBB-B91F-0ECB64B9321B}" type="slidenum">
              <a:rPr lang="en-IN" smtClean="0"/>
              <a:t>‹#›</a:t>
            </a:fld>
            <a:endParaRPr lang="en-IN"/>
          </a:p>
        </p:txBody>
      </p:sp>
    </p:spTree>
    <p:extLst>
      <p:ext uri="{BB962C8B-B14F-4D97-AF65-F5344CB8AC3E}">
        <p14:creationId xmlns:p14="http://schemas.microsoft.com/office/powerpoint/2010/main" val="44712322"/>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mongodb.com/unstructured-dat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edia.geeksforgeeks.org/wp-content/uploads/20200923150244/ER1.p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2E8C1-9159-4665-8F1E-BFDCB547FDB4}"/>
              </a:ext>
            </a:extLst>
          </p:cNvPr>
          <p:cNvSpPr>
            <a:spLocks noGrp="1"/>
          </p:cNvSpPr>
          <p:nvPr>
            <p:ph type="ctrTitle"/>
          </p:nvPr>
        </p:nvSpPr>
        <p:spPr/>
        <p:txBody>
          <a:bodyPr/>
          <a:lstStyle/>
          <a:p>
            <a:pPr algn="ctr"/>
            <a:r>
              <a:rPr lang="en-IN" dirty="0"/>
              <a:t>KOSS T</a:t>
            </a:r>
            <a:r>
              <a:rPr lang="en-IN" b="0" i="0" dirty="0">
                <a:effectLst/>
              </a:rPr>
              <a:t>ASK</a:t>
            </a:r>
            <a:endParaRPr lang="en-IN" dirty="0"/>
          </a:p>
        </p:txBody>
      </p:sp>
      <p:sp>
        <p:nvSpPr>
          <p:cNvPr id="3" name="Subtitle 2">
            <a:extLst>
              <a:ext uri="{FF2B5EF4-FFF2-40B4-BE49-F238E27FC236}">
                <a16:creationId xmlns:a16="http://schemas.microsoft.com/office/drawing/2014/main" id="{872E0893-C2F6-47F1-B38C-215DE1C0D17C}"/>
              </a:ext>
            </a:extLst>
          </p:cNvPr>
          <p:cNvSpPr>
            <a:spLocks noGrp="1"/>
          </p:cNvSpPr>
          <p:nvPr>
            <p:ph type="subTitle" idx="1"/>
          </p:nvPr>
        </p:nvSpPr>
        <p:spPr/>
        <p:txBody>
          <a:bodyPr/>
          <a:lstStyle/>
          <a:p>
            <a:r>
              <a:rPr lang="en-IN" dirty="0">
                <a:solidFill>
                  <a:schemeClr val="accent1"/>
                </a:solidFill>
              </a:rPr>
              <a:t>T</a:t>
            </a:r>
            <a:r>
              <a:rPr lang="en-IN" b="0" i="0" dirty="0">
                <a:solidFill>
                  <a:schemeClr val="accent1"/>
                </a:solidFill>
                <a:effectLst/>
              </a:rPr>
              <a:t>anishq Choudhary</a:t>
            </a:r>
          </a:p>
          <a:p>
            <a:r>
              <a:rPr lang="en-IN" dirty="0">
                <a:solidFill>
                  <a:schemeClr val="accent1"/>
                </a:solidFill>
              </a:rPr>
              <a:t>21CS10070</a:t>
            </a:r>
          </a:p>
        </p:txBody>
      </p:sp>
    </p:spTree>
    <p:extLst>
      <p:ext uri="{BB962C8B-B14F-4D97-AF65-F5344CB8AC3E}">
        <p14:creationId xmlns:p14="http://schemas.microsoft.com/office/powerpoint/2010/main" val="3390701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9688C-8615-42BB-B906-60F8E086ED8D}"/>
              </a:ext>
            </a:extLst>
          </p:cNvPr>
          <p:cNvSpPr>
            <a:spLocks noGrp="1"/>
          </p:cNvSpPr>
          <p:nvPr>
            <p:ph type="title"/>
          </p:nvPr>
        </p:nvSpPr>
        <p:spPr/>
        <p:txBody>
          <a:bodyPr/>
          <a:lstStyle/>
          <a:p>
            <a:pPr algn="ctr"/>
            <a:r>
              <a:rPr lang="en-IN" dirty="0"/>
              <a:t>D</a:t>
            </a:r>
            <a:r>
              <a:rPr lang="en-IN" b="0" i="0" dirty="0">
                <a:solidFill>
                  <a:schemeClr val="accent1"/>
                </a:solidFill>
                <a:effectLst/>
              </a:rPr>
              <a:t>atabase </a:t>
            </a:r>
            <a:r>
              <a:rPr lang="en-IN" dirty="0"/>
              <a:t>M</a:t>
            </a:r>
            <a:r>
              <a:rPr lang="en-IN" b="0" i="0" dirty="0">
                <a:solidFill>
                  <a:schemeClr val="accent1"/>
                </a:solidFill>
                <a:effectLst/>
              </a:rPr>
              <a:t>anagement </a:t>
            </a:r>
            <a:r>
              <a:rPr lang="en-IN" dirty="0"/>
              <a:t>System</a:t>
            </a:r>
          </a:p>
        </p:txBody>
      </p:sp>
      <p:sp>
        <p:nvSpPr>
          <p:cNvPr id="3" name="Content Placeholder 2">
            <a:extLst>
              <a:ext uri="{FF2B5EF4-FFF2-40B4-BE49-F238E27FC236}">
                <a16:creationId xmlns:a16="http://schemas.microsoft.com/office/drawing/2014/main" id="{693C1B54-03AD-40AB-B4CA-900DA82761ED}"/>
              </a:ext>
            </a:extLst>
          </p:cNvPr>
          <p:cNvSpPr>
            <a:spLocks noGrp="1"/>
          </p:cNvSpPr>
          <p:nvPr>
            <p:ph idx="1"/>
          </p:nvPr>
        </p:nvSpPr>
        <p:spPr/>
        <p:txBody>
          <a:bodyPr>
            <a:normAutofit fontScale="92500" lnSpcReduction="20000"/>
          </a:bodyPr>
          <a:lstStyle/>
          <a:p>
            <a:pPr algn="l" fontAlgn="base"/>
            <a:r>
              <a:rPr lang="en-US" b="1" i="0" dirty="0">
                <a:solidFill>
                  <a:schemeClr val="accent1"/>
                </a:solidFill>
                <a:effectLst/>
              </a:rPr>
              <a:t>Database Management System: </a:t>
            </a:r>
            <a:r>
              <a:rPr lang="en-US" b="0" i="0" dirty="0">
                <a:solidFill>
                  <a:schemeClr val="accent1"/>
                </a:solidFill>
                <a:effectLst/>
              </a:rPr>
              <a:t>The software which is used to manage database is called Database Management System (DBMS). For Example, MySQL, Oracle etc. are popular commercial DBMS used in different applications. DBMS allows users the following tasks:</a:t>
            </a:r>
          </a:p>
          <a:p>
            <a:pPr algn="l" fontAlgn="base"/>
            <a:r>
              <a:rPr lang="en-US" b="1" i="0" dirty="0">
                <a:solidFill>
                  <a:schemeClr val="accent1"/>
                </a:solidFill>
                <a:effectLst/>
              </a:rPr>
              <a:t>Data Definition:</a:t>
            </a:r>
            <a:r>
              <a:rPr lang="en-US" b="0" i="0" dirty="0">
                <a:solidFill>
                  <a:schemeClr val="accent1"/>
                </a:solidFill>
                <a:effectLst/>
              </a:rPr>
              <a:t> It helps in creation, modification and removal of definitions that define the organization of data in database.</a:t>
            </a:r>
          </a:p>
          <a:p>
            <a:pPr algn="l" fontAlgn="base"/>
            <a:r>
              <a:rPr lang="en-US" b="1" i="0" dirty="0">
                <a:solidFill>
                  <a:schemeClr val="accent1"/>
                </a:solidFill>
                <a:effectLst/>
              </a:rPr>
              <a:t>Data Updation:</a:t>
            </a:r>
            <a:r>
              <a:rPr lang="en-US" b="0" i="0" dirty="0">
                <a:solidFill>
                  <a:schemeClr val="accent1"/>
                </a:solidFill>
                <a:effectLst/>
              </a:rPr>
              <a:t> It helps in insertion, modification and deletion of the actual data in the database.</a:t>
            </a:r>
          </a:p>
          <a:p>
            <a:pPr algn="l" fontAlgn="base"/>
            <a:r>
              <a:rPr lang="en-US" b="1" i="0" dirty="0">
                <a:solidFill>
                  <a:schemeClr val="accent1"/>
                </a:solidFill>
                <a:effectLst/>
              </a:rPr>
              <a:t>Data Retrieval:</a:t>
            </a:r>
            <a:r>
              <a:rPr lang="en-US" b="0" i="0" dirty="0">
                <a:solidFill>
                  <a:schemeClr val="accent1"/>
                </a:solidFill>
                <a:effectLst/>
              </a:rPr>
              <a:t> It helps in retrieval of data from the database which can be used by applications for various purposes.</a:t>
            </a:r>
          </a:p>
          <a:p>
            <a:pPr algn="l" fontAlgn="base"/>
            <a:r>
              <a:rPr lang="en-US" b="1" i="0" dirty="0">
                <a:solidFill>
                  <a:schemeClr val="accent1"/>
                </a:solidFill>
                <a:effectLst/>
              </a:rPr>
              <a:t>User Administration:</a:t>
            </a:r>
            <a:r>
              <a:rPr lang="en-US" b="0" i="0" dirty="0">
                <a:solidFill>
                  <a:schemeClr val="accent1"/>
                </a:solidFill>
                <a:effectLst/>
              </a:rPr>
              <a:t> It helps in registering and monitoring users, enforcing data security, monitoring performance, maintaining data integrity, dealing with concurrency control and recovering information corrupted by unexpected failure.</a:t>
            </a:r>
          </a:p>
          <a:p>
            <a:pPr marL="0" indent="0">
              <a:buNone/>
            </a:pPr>
            <a:br>
              <a:rPr lang="en-US" dirty="0"/>
            </a:br>
            <a:endParaRPr lang="en-IN" dirty="0"/>
          </a:p>
        </p:txBody>
      </p:sp>
      <p:pic>
        <p:nvPicPr>
          <p:cNvPr id="1026" name="Picture 2" descr="Image result for mysql">
            <a:extLst>
              <a:ext uri="{FF2B5EF4-FFF2-40B4-BE49-F238E27FC236}">
                <a16:creationId xmlns:a16="http://schemas.microsoft.com/office/drawing/2014/main" id="{0C040A15-7735-49F2-9E7A-E107200AB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7316" y="2160589"/>
            <a:ext cx="1657350" cy="1123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FEE4A07-F7E3-402F-B81A-9387241F2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9253" y="4357968"/>
            <a:ext cx="1133475" cy="41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140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C6E29-64F3-40D8-954B-902ED7BBF521}"/>
              </a:ext>
            </a:extLst>
          </p:cNvPr>
          <p:cNvSpPr>
            <a:spLocks noGrp="1"/>
          </p:cNvSpPr>
          <p:nvPr>
            <p:ph type="title"/>
          </p:nvPr>
        </p:nvSpPr>
        <p:spPr/>
        <p:txBody>
          <a:bodyPr/>
          <a:lstStyle/>
          <a:p>
            <a:pPr algn="ctr"/>
            <a:r>
              <a:rPr lang="en-IN" dirty="0"/>
              <a:t>DBMS vs File system</a:t>
            </a:r>
          </a:p>
        </p:txBody>
      </p:sp>
      <p:sp>
        <p:nvSpPr>
          <p:cNvPr id="3" name="Content Placeholder 2">
            <a:extLst>
              <a:ext uri="{FF2B5EF4-FFF2-40B4-BE49-F238E27FC236}">
                <a16:creationId xmlns:a16="http://schemas.microsoft.com/office/drawing/2014/main" id="{F2CEACCF-4C9B-4D69-BDAF-BFCBD6F4AC47}"/>
              </a:ext>
            </a:extLst>
          </p:cNvPr>
          <p:cNvSpPr>
            <a:spLocks noGrp="1"/>
          </p:cNvSpPr>
          <p:nvPr>
            <p:ph idx="1"/>
          </p:nvPr>
        </p:nvSpPr>
        <p:spPr/>
        <p:txBody>
          <a:bodyPr>
            <a:normAutofit fontScale="25000" lnSpcReduction="20000"/>
          </a:bodyPr>
          <a:lstStyle/>
          <a:p>
            <a:pPr algn="l" fontAlgn="base"/>
            <a:r>
              <a:rPr lang="en-US" sz="4800" b="0" i="0" dirty="0">
                <a:solidFill>
                  <a:schemeClr val="accent1"/>
                </a:solidFill>
                <a:effectLst/>
              </a:rPr>
              <a:t>File System manages data using files in hard disk. Users are allowed to create, delete, and update the files according to their requirement. Let us consider the example of file based University Management System. Data of students is available to their respective Departments, Academics Section, Result Section, Accounts Section, Hostel Office etc. Some of the data is common for all sections like Roll No, Name, Father Name, Address and Phone number of students but some data is available to a particular section only like Hostel allotment number which is a part of hostel office. Let us discuss the issues with this system:</a:t>
            </a:r>
          </a:p>
          <a:p>
            <a:pPr algn="l" fontAlgn="base">
              <a:buFont typeface="Arial" panose="020B0604020202020204" pitchFamily="34" charset="0"/>
              <a:buChar char="•"/>
            </a:pPr>
            <a:r>
              <a:rPr lang="en-US" sz="4800" b="1" i="0" dirty="0">
                <a:solidFill>
                  <a:schemeClr val="accent1"/>
                </a:solidFill>
                <a:effectLst/>
              </a:rPr>
              <a:t>Redundancy of data:</a:t>
            </a:r>
            <a:r>
              <a:rPr lang="en-US" sz="4800" b="0" i="0" dirty="0">
                <a:solidFill>
                  <a:schemeClr val="accent1"/>
                </a:solidFill>
                <a:effectLst/>
              </a:rPr>
              <a:t> Data is said to be redundant if same data is copied at many places. If a student wants to change Phone number, he has to get it updated at various sections. Similarly, old records must be deleted from all sections representing that student.</a:t>
            </a:r>
          </a:p>
          <a:p>
            <a:pPr algn="l" fontAlgn="base">
              <a:buFont typeface="Arial" panose="020B0604020202020204" pitchFamily="34" charset="0"/>
              <a:buChar char="•"/>
            </a:pPr>
            <a:r>
              <a:rPr lang="en-US" sz="4800" b="1" i="0" dirty="0">
                <a:solidFill>
                  <a:schemeClr val="accent1"/>
                </a:solidFill>
                <a:effectLst/>
              </a:rPr>
              <a:t>Inconsistency of Data: </a:t>
            </a:r>
            <a:r>
              <a:rPr lang="en-US" sz="4800" b="0" i="0" dirty="0">
                <a:solidFill>
                  <a:schemeClr val="accent1"/>
                </a:solidFill>
                <a:effectLst/>
              </a:rPr>
              <a:t>Data is said to be inconsistent if multiple copies of same data does not match with each other. If Phone number is different in Accounts Section and Academics Section, it will be inconsistent. Inconsistency may be because of typing errors or not updating all copies of same data.</a:t>
            </a:r>
          </a:p>
          <a:p>
            <a:pPr algn="l" fontAlgn="base">
              <a:buFont typeface="Arial" panose="020B0604020202020204" pitchFamily="34" charset="0"/>
              <a:buChar char="•"/>
            </a:pPr>
            <a:r>
              <a:rPr lang="en-US" sz="4800" b="1" i="0" dirty="0">
                <a:solidFill>
                  <a:schemeClr val="accent1"/>
                </a:solidFill>
                <a:effectLst/>
              </a:rPr>
              <a:t>Difficult Data Access:</a:t>
            </a:r>
            <a:r>
              <a:rPr lang="en-US" sz="4800" b="0" i="0" dirty="0">
                <a:solidFill>
                  <a:schemeClr val="accent1"/>
                </a:solidFill>
                <a:effectLst/>
              </a:rPr>
              <a:t> A user should know the exact location of file to access data, so the process is very cumbersome and tedious. If user wants to search student hostel allotment number of a student from 10000 unsorted students’ records, how difficult it can be.</a:t>
            </a:r>
          </a:p>
          <a:p>
            <a:pPr algn="l" fontAlgn="base">
              <a:buFont typeface="Arial" panose="020B0604020202020204" pitchFamily="34" charset="0"/>
              <a:buChar char="•"/>
            </a:pPr>
            <a:r>
              <a:rPr lang="en-US" sz="4800" b="1" i="0" dirty="0">
                <a:solidFill>
                  <a:schemeClr val="accent1"/>
                </a:solidFill>
                <a:effectLst/>
              </a:rPr>
              <a:t>Unauthorized Access:</a:t>
            </a:r>
            <a:r>
              <a:rPr lang="en-US" sz="4800" b="0" i="0" dirty="0">
                <a:solidFill>
                  <a:schemeClr val="accent1"/>
                </a:solidFill>
                <a:effectLst/>
              </a:rPr>
              <a:t> File System may lead to unauthorized access to data. If a student gets access to file having his marks, he can change it in unauthorized way.</a:t>
            </a:r>
          </a:p>
          <a:p>
            <a:pPr algn="l" fontAlgn="base">
              <a:buFont typeface="Arial" panose="020B0604020202020204" pitchFamily="34" charset="0"/>
              <a:buChar char="•"/>
            </a:pPr>
            <a:r>
              <a:rPr lang="en-US" sz="4800" b="1" i="0" dirty="0">
                <a:solidFill>
                  <a:schemeClr val="accent1"/>
                </a:solidFill>
                <a:effectLst/>
              </a:rPr>
              <a:t>No Concurrent Access: </a:t>
            </a:r>
            <a:r>
              <a:rPr lang="en-US" sz="4800" b="0" i="0" dirty="0">
                <a:solidFill>
                  <a:schemeClr val="accent1"/>
                </a:solidFill>
                <a:effectLst/>
              </a:rPr>
              <a:t>The access of same data by multiple users at same time is known as concurrency. File system does not allow concurrency as data can be accessed by only one user at a time.</a:t>
            </a:r>
          </a:p>
          <a:p>
            <a:pPr algn="l" fontAlgn="base">
              <a:buFont typeface="Arial" panose="020B0604020202020204" pitchFamily="34" charset="0"/>
              <a:buChar char="•"/>
            </a:pPr>
            <a:r>
              <a:rPr lang="en-US" sz="4800" b="1" i="0" dirty="0">
                <a:solidFill>
                  <a:schemeClr val="accent1"/>
                </a:solidFill>
                <a:effectLst/>
              </a:rPr>
              <a:t>No Backup and Recovery:</a:t>
            </a:r>
            <a:r>
              <a:rPr lang="en-US" sz="4800" b="0" i="0" dirty="0">
                <a:solidFill>
                  <a:schemeClr val="accent1"/>
                </a:solidFill>
                <a:effectLst/>
              </a:rPr>
              <a:t> File system does not incorporate any backup and recovery of data if a file is lost or corrupted.</a:t>
            </a:r>
          </a:p>
          <a:p>
            <a:endParaRPr lang="en-IN" dirty="0"/>
          </a:p>
        </p:txBody>
      </p:sp>
      <p:pic>
        <p:nvPicPr>
          <p:cNvPr id="2052" name="Picture 4" descr="What is a File System?">
            <a:extLst>
              <a:ext uri="{FF2B5EF4-FFF2-40B4-BE49-F238E27FC236}">
                <a16:creationId xmlns:a16="http://schemas.microsoft.com/office/drawing/2014/main" id="{790CEC55-E258-4E6C-BE9C-808BEC3090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2684" y="11826"/>
            <a:ext cx="3491740" cy="214876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ional and non relational databases">
            <a:extLst>
              <a:ext uri="{FF2B5EF4-FFF2-40B4-BE49-F238E27FC236}">
                <a16:creationId xmlns:a16="http://schemas.microsoft.com/office/drawing/2014/main" id="{6B8BE44F-0258-42AD-9F9F-43F184C11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2394" y="3989294"/>
            <a:ext cx="2969606" cy="173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842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1417810-9A79-4F1D-BDD0-61F79B1D08BE}"/>
              </a:ext>
            </a:extLst>
          </p:cNvPr>
          <p:cNvGraphicFramePr>
            <a:graphicFrameLocks noGrp="1"/>
          </p:cNvGraphicFramePr>
          <p:nvPr>
            <p:extLst>
              <p:ext uri="{D42A27DB-BD31-4B8C-83A1-F6EECF244321}">
                <p14:modId xmlns:p14="http://schemas.microsoft.com/office/powerpoint/2010/main" val="1151923874"/>
              </p:ext>
            </p:extLst>
          </p:nvPr>
        </p:nvGraphicFramePr>
        <p:xfrm>
          <a:off x="363071" y="327211"/>
          <a:ext cx="11465857" cy="6203577"/>
        </p:xfrm>
        <a:graphic>
          <a:graphicData uri="http://schemas.openxmlformats.org/drawingml/2006/table">
            <a:tbl>
              <a:tblPr firstRow="1" bandRow="1">
                <a:tableStyleId>{5C22544A-7EE6-4342-B048-85BDC9FD1C3A}</a:tableStyleId>
              </a:tblPr>
              <a:tblGrid>
                <a:gridCol w="2532671">
                  <a:extLst>
                    <a:ext uri="{9D8B030D-6E8A-4147-A177-3AD203B41FA5}">
                      <a16:colId xmlns:a16="http://schemas.microsoft.com/office/drawing/2014/main" val="2943406705"/>
                    </a:ext>
                  </a:extLst>
                </a:gridCol>
                <a:gridCol w="4466593">
                  <a:extLst>
                    <a:ext uri="{9D8B030D-6E8A-4147-A177-3AD203B41FA5}">
                      <a16:colId xmlns:a16="http://schemas.microsoft.com/office/drawing/2014/main" val="9301151"/>
                    </a:ext>
                  </a:extLst>
                </a:gridCol>
                <a:gridCol w="4466593">
                  <a:extLst>
                    <a:ext uri="{9D8B030D-6E8A-4147-A177-3AD203B41FA5}">
                      <a16:colId xmlns:a16="http://schemas.microsoft.com/office/drawing/2014/main" val="3852816285"/>
                    </a:ext>
                  </a:extLst>
                </a:gridCol>
              </a:tblGrid>
              <a:tr h="369468">
                <a:tc>
                  <a:txBody>
                    <a:bodyPr/>
                    <a:lstStyle/>
                    <a:p>
                      <a:r>
                        <a:rPr lang="en-IN" dirty="0"/>
                        <a:t>B</a:t>
                      </a:r>
                      <a:r>
                        <a:rPr lang="en-US" dirty="0"/>
                        <a:t>asis</a:t>
                      </a:r>
                      <a:endParaRPr lang="en-IN" dirty="0"/>
                    </a:p>
                  </a:txBody>
                  <a:tcPr/>
                </a:tc>
                <a:tc>
                  <a:txBody>
                    <a:bodyPr/>
                    <a:lstStyle/>
                    <a:p>
                      <a:r>
                        <a:rPr lang="en-IN" dirty="0"/>
                        <a:t>File System</a:t>
                      </a:r>
                    </a:p>
                  </a:txBody>
                  <a:tcPr/>
                </a:tc>
                <a:tc>
                  <a:txBody>
                    <a:bodyPr/>
                    <a:lstStyle/>
                    <a:p>
                      <a:r>
                        <a:rPr lang="en-IN" dirty="0"/>
                        <a:t>DBMS</a:t>
                      </a:r>
                    </a:p>
                  </a:txBody>
                  <a:tcPr/>
                </a:tc>
                <a:extLst>
                  <a:ext uri="{0D108BD9-81ED-4DB2-BD59-A6C34878D82A}">
                    <a16:rowId xmlns:a16="http://schemas.microsoft.com/office/drawing/2014/main" val="331418323"/>
                  </a:ext>
                </a:extLst>
              </a:tr>
              <a:tr h="951964">
                <a:tc>
                  <a:txBody>
                    <a:bodyPr/>
                    <a:lstStyle/>
                    <a:p>
                      <a:r>
                        <a:rPr lang="en-US" dirty="0"/>
                        <a:t>Structure</a:t>
                      </a:r>
                      <a:endParaRPr lang="en-IN" dirty="0"/>
                    </a:p>
                  </a:txBody>
                  <a:tcPr/>
                </a:tc>
                <a:tc>
                  <a:txBody>
                    <a:bodyPr/>
                    <a:lstStyle/>
                    <a:p>
                      <a:r>
                        <a:rPr lang="en-US" dirty="0"/>
                        <a:t>The file system is software that manages and organizes the files in a storage medium within a computer.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DBMS is software for managing the database.</a:t>
                      </a:r>
                    </a:p>
                    <a:p>
                      <a:endParaRPr lang="en-IN" dirty="0"/>
                    </a:p>
                  </a:txBody>
                  <a:tcPr/>
                </a:tc>
                <a:extLst>
                  <a:ext uri="{0D108BD9-81ED-4DB2-BD59-A6C34878D82A}">
                    <a16:rowId xmlns:a16="http://schemas.microsoft.com/office/drawing/2014/main" val="2828508"/>
                  </a:ext>
                </a:extLst>
              </a:tr>
              <a:tr h="732280">
                <a:tc>
                  <a:txBody>
                    <a:bodyPr/>
                    <a:lstStyle/>
                    <a:p>
                      <a:r>
                        <a:rPr lang="en-US" dirty="0"/>
                        <a:t>Data Redundancy</a:t>
                      </a:r>
                      <a:endParaRPr lang="en-IN" dirty="0"/>
                    </a:p>
                  </a:txBody>
                  <a:tcPr/>
                </a:tc>
                <a:tc>
                  <a:txBody>
                    <a:bodyPr/>
                    <a:lstStyle/>
                    <a:p>
                      <a:r>
                        <a:rPr lang="en-US" dirty="0"/>
                        <a:t>Redundant data can be present in a file system.</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 DBMS there is no redundant data.</a:t>
                      </a:r>
                    </a:p>
                    <a:p>
                      <a:endParaRPr lang="en-IN" dirty="0"/>
                    </a:p>
                  </a:txBody>
                  <a:tcPr/>
                </a:tc>
                <a:extLst>
                  <a:ext uri="{0D108BD9-81ED-4DB2-BD59-A6C34878D82A}">
                    <a16:rowId xmlns:a16="http://schemas.microsoft.com/office/drawing/2014/main" val="724258601"/>
                  </a:ext>
                </a:extLst>
              </a:tr>
              <a:tr h="923672">
                <a:tc>
                  <a:txBody>
                    <a:bodyPr/>
                    <a:lstStyle/>
                    <a:p>
                      <a:r>
                        <a:rPr lang="en-US" dirty="0"/>
                        <a:t>Backup and Recovery</a:t>
                      </a:r>
                      <a:endParaRPr lang="en-IN" dirty="0"/>
                    </a:p>
                  </a:txBody>
                  <a:tcPr/>
                </a:tc>
                <a:tc>
                  <a:txBody>
                    <a:bodyPr/>
                    <a:lstStyle/>
                    <a:p>
                      <a:r>
                        <a:rPr lang="en-US" dirty="0"/>
                        <a:t>It doesn’t provide backup and recovery of data if it is lost.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provides backup and recovery of data even if it is lost.</a:t>
                      </a:r>
                    </a:p>
                    <a:p>
                      <a:endParaRPr lang="en-IN" dirty="0"/>
                    </a:p>
                  </a:txBody>
                  <a:tcPr/>
                </a:tc>
                <a:extLst>
                  <a:ext uri="{0D108BD9-81ED-4DB2-BD59-A6C34878D82A}">
                    <a16:rowId xmlns:a16="http://schemas.microsoft.com/office/drawing/2014/main" val="1878312762"/>
                  </a:ext>
                </a:extLst>
              </a:tr>
              <a:tr h="923672">
                <a:tc>
                  <a:txBody>
                    <a:bodyPr/>
                    <a:lstStyle/>
                    <a:p>
                      <a:r>
                        <a:rPr lang="en-US" dirty="0"/>
                        <a:t>Query processing</a:t>
                      </a:r>
                      <a:endParaRPr lang="en-IN" dirty="0"/>
                    </a:p>
                  </a:txBody>
                  <a:tcPr/>
                </a:tc>
                <a:tc>
                  <a:txBody>
                    <a:bodyPr/>
                    <a:lstStyle/>
                    <a:p>
                      <a:r>
                        <a:rPr lang="en-US" dirty="0"/>
                        <a:t>There is no efficient query processing in the file system.</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Efficient query processing is there in DBMS.</a:t>
                      </a:r>
                    </a:p>
                    <a:p>
                      <a:endParaRPr lang="en-IN" dirty="0"/>
                    </a:p>
                  </a:txBody>
                  <a:tcPr/>
                </a:tc>
                <a:extLst>
                  <a:ext uri="{0D108BD9-81ED-4DB2-BD59-A6C34878D82A}">
                    <a16:rowId xmlns:a16="http://schemas.microsoft.com/office/drawing/2014/main" val="494483081"/>
                  </a:ext>
                </a:extLst>
              </a:tr>
              <a:tr h="1200773">
                <a:tc>
                  <a:txBody>
                    <a:bodyPr/>
                    <a:lstStyle/>
                    <a:p>
                      <a:r>
                        <a:rPr lang="en-US" dirty="0"/>
                        <a:t>Consistency</a:t>
                      </a:r>
                      <a:endParaRPr lang="en-IN" dirty="0"/>
                    </a:p>
                  </a:txBody>
                  <a:tcPr/>
                </a:tc>
                <a:tc>
                  <a:txBody>
                    <a:bodyPr/>
                    <a:lstStyle/>
                    <a:p>
                      <a:r>
                        <a:rPr lang="en-US" dirty="0"/>
                        <a:t>There is less data consistency in the file system.</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There is more data consistency because of the process of normalization.</a:t>
                      </a:r>
                    </a:p>
                    <a:p>
                      <a:endParaRPr lang="en-IN" dirty="0"/>
                    </a:p>
                  </a:txBody>
                  <a:tcPr/>
                </a:tc>
                <a:extLst>
                  <a:ext uri="{0D108BD9-81ED-4DB2-BD59-A6C34878D82A}">
                    <a16:rowId xmlns:a16="http://schemas.microsoft.com/office/drawing/2014/main" val="2315672210"/>
                  </a:ext>
                </a:extLst>
              </a:tr>
              <a:tr h="732280">
                <a:tc>
                  <a:txBody>
                    <a:bodyPr/>
                    <a:lstStyle/>
                    <a:p>
                      <a:r>
                        <a:rPr lang="en-US" dirty="0"/>
                        <a:t>Complexity</a:t>
                      </a:r>
                      <a:endParaRPr lang="en-IN" dirty="0"/>
                    </a:p>
                  </a:txBody>
                  <a:tcPr/>
                </a:tc>
                <a:tc>
                  <a:txBody>
                    <a:bodyPr/>
                    <a:lstStyle/>
                    <a:p>
                      <a:r>
                        <a:rPr lang="en-US" dirty="0"/>
                        <a:t>It is less complex as compared to DBMS.</a:t>
                      </a:r>
                      <a:endParaRPr lang="en-IN" dirty="0"/>
                    </a:p>
                  </a:txBody>
                  <a:tcPr/>
                </a:tc>
                <a:tc>
                  <a:txBody>
                    <a:bodyPr/>
                    <a:lstStyle/>
                    <a:p>
                      <a:r>
                        <a:rPr lang="en-US" dirty="0"/>
                        <a:t>It has more complexity in handling as compared to the file system.</a:t>
                      </a:r>
                      <a:endParaRPr lang="en-IN" dirty="0"/>
                    </a:p>
                  </a:txBody>
                  <a:tcPr/>
                </a:tc>
                <a:extLst>
                  <a:ext uri="{0D108BD9-81ED-4DB2-BD59-A6C34878D82A}">
                    <a16:rowId xmlns:a16="http://schemas.microsoft.com/office/drawing/2014/main" val="603669999"/>
                  </a:ext>
                </a:extLst>
              </a:tr>
              <a:tr h="369468">
                <a:tc>
                  <a:txBody>
                    <a:bodyPr/>
                    <a:lstStyle/>
                    <a:p>
                      <a:r>
                        <a:rPr lang="en-US" dirty="0"/>
                        <a:t>Example</a:t>
                      </a:r>
                      <a:endParaRPr lang="en-IN" dirty="0"/>
                    </a:p>
                  </a:txBody>
                  <a:tcPr/>
                </a:tc>
                <a:tc>
                  <a:txBody>
                    <a:bodyPr/>
                    <a:lstStyle/>
                    <a:p>
                      <a:r>
                        <a:rPr lang="en-US" dirty="0"/>
                        <a:t>Cobol, C++</a:t>
                      </a:r>
                      <a:endParaRPr lang="en-IN" dirty="0"/>
                    </a:p>
                  </a:txBody>
                  <a:tcPr/>
                </a:tc>
                <a:tc>
                  <a:txBody>
                    <a:bodyPr/>
                    <a:lstStyle/>
                    <a:p>
                      <a:r>
                        <a:rPr lang="en-US" dirty="0"/>
                        <a:t>Oracle, SQL Server</a:t>
                      </a:r>
                      <a:endParaRPr lang="en-IN" dirty="0"/>
                    </a:p>
                  </a:txBody>
                  <a:tcPr/>
                </a:tc>
                <a:extLst>
                  <a:ext uri="{0D108BD9-81ED-4DB2-BD59-A6C34878D82A}">
                    <a16:rowId xmlns:a16="http://schemas.microsoft.com/office/drawing/2014/main" val="1278253677"/>
                  </a:ext>
                </a:extLst>
              </a:tr>
            </a:tbl>
          </a:graphicData>
        </a:graphic>
      </p:graphicFrame>
    </p:spTree>
    <p:extLst>
      <p:ext uri="{BB962C8B-B14F-4D97-AF65-F5344CB8AC3E}">
        <p14:creationId xmlns:p14="http://schemas.microsoft.com/office/powerpoint/2010/main" val="3270840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A4A26-6396-4B7B-975A-156A60CD4C0F}"/>
              </a:ext>
            </a:extLst>
          </p:cNvPr>
          <p:cNvSpPr>
            <a:spLocks noGrp="1"/>
          </p:cNvSpPr>
          <p:nvPr>
            <p:ph type="title"/>
          </p:nvPr>
        </p:nvSpPr>
        <p:spPr/>
        <p:txBody>
          <a:bodyPr/>
          <a:lstStyle/>
          <a:p>
            <a:pPr algn="ctr"/>
            <a:r>
              <a:rPr lang="en-IN" dirty="0"/>
              <a:t>Rela</a:t>
            </a:r>
            <a:r>
              <a:rPr lang="en-US" b="0" i="0" dirty="0">
                <a:solidFill>
                  <a:schemeClr val="accent1"/>
                </a:solidFill>
                <a:effectLst/>
              </a:rPr>
              <a:t>tional vs NoSQL</a:t>
            </a:r>
            <a:endParaRPr lang="en-IN" dirty="0"/>
          </a:p>
        </p:txBody>
      </p:sp>
      <p:sp>
        <p:nvSpPr>
          <p:cNvPr id="3" name="Content Placeholder 2">
            <a:extLst>
              <a:ext uri="{FF2B5EF4-FFF2-40B4-BE49-F238E27FC236}">
                <a16:creationId xmlns:a16="http://schemas.microsoft.com/office/drawing/2014/main" id="{23960EB1-C98B-4652-B11D-727D444D56CE}"/>
              </a:ext>
            </a:extLst>
          </p:cNvPr>
          <p:cNvSpPr>
            <a:spLocks noGrp="1"/>
          </p:cNvSpPr>
          <p:nvPr>
            <p:ph idx="1"/>
          </p:nvPr>
        </p:nvSpPr>
        <p:spPr/>
        <p:txBody>
          <a:bodyPr/>
          <a:lstStyle/>
          <a:p>
            <a:r>
              <a:rPr lang="en-US" b="0" i="0" dirty="0">
                <a:solidFill>
                  <a:schemeClr val="accent1"/>
                </a:solidFill>
                <a:effectLst/>
              </a:rPr>
              <a:t>SQL databases are known as relational databases, and have a table-based data structure, with a strict, predefined schema required. NoSQL databases, or non-relational databases, can be document based, graph databases, key-value pairs, or wide-column stores. NoSQL databases don’t require any predefined schema, allowing you to work more freely with “</a:t>
            </a:r>
            <a:r>
              <a:rPr lang="en-US" b="0" i="0" u="none" strike="noStrike" dirty="0">
                <a:solidFill>
                  <a:schemeClr val="accent1"/>
                </a:solidFill>
                <a:effectLst/>
                <a:hlinkClick r:id="rId2">
                  <a:extLst>
                    <a:ext uri="{A12FA001-AC4F-418D-AE19-62706E023703}">
                      <ahyp:hlinkClr xmlns:ahyp="http://schemas.microsoft.com/office/drawing/2018/hyperlinkcolor" val="tx"/>
                    </a:ext>
                  </a:extLst>
                </a:hlinkClick>
              </a:rPr>
              <a:t>unstructured data</a:t>
            </a:r>
            <a:r>
              <a:rPr lang="en-US" b="0" i="0" dirty="0">
                <a:solidFill>
                  <a:schemeClr val="accent1"/>
                </a:solidFill>
                <a:effectLst/>
              </a:rPr>
              <a:t>.” Relational databases are vertically scalable, but usually more expensive, whereas the horizontal scaling nature of NoSQL databases is more cost-efficient.</a:t>
            </a:r>
            <a:endParaRPr lang="en-IN" dirty="0">
              <a:solidFill>
                <a:schemeClr val="accent1"/>
              </a:solidFill>
            </a:endParaRPr>
          </a:p>
        </p:txBody>
      </p:sp>
      <p:pic>
        <p:nvPicPr>
          <p:cNvPr id="4098" name="Picture 2">
            <a:extLst>
              <a:ext uri="{FF2B5EF4-FFF2-40B4-BE49-F238E27FC236}">
                <a16:creationId xmlns:a16="http://schemas.microsoft.com/office/drawing/2014/main" id="{A532DB0D-5E03-47D2-8C1D-D5AF977219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2640" y="4608785"/>
            <a:ext cx="3566055" cy="1662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368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92CFD7-8BAD-4E20-8ED7-8D47E71392E2}"/>
              </a:ext>
            </a:extLst>
          </p:cNvPr>
          <p:cNvSpPr>
            <a:spLocks noGrp="1"/>
          </p:cNvSpPr>
          <p:nvPr>
            <p:ph idx="1"/>
          </p:nvPr>
        </p:nvSpPr>
        <p:spPr>
          <a:xfrm>
            <a:off x="704228" y="713119"/>
            <a:ext cx="8596668" cy="5431762"/>
          </a:xfrm>
        </p:spPr>
        <p:txBody>
          <a:bodyPr>
            <a:normAutofit fontScale="62500" lnSpcReduction="20000"/>
          </a:bodyPr>
          <a:lstStyle/>
          <a:p>
            <a:r>
              <a:rPr lang="en-US" dirty="0">
                <a:solidFill>
                  <a:schemeClr val="accent1"/>
                </a:solidFill>
              </a:rPr>
              <a:t>Data Models and Schema:</a:t>
            </a:r>
          </a:p>
          <a:p>
            <a:r>
              <a:rPr lang="en-US" dirty="0">
                <a:solidFill>
                  <a:schemeClr val="accent1"/>
                </a:solidFill>
              </a:rPr>
              <a:t>NoSQL databases feature dynamic schema, and allow you to use what’s known as “unstructured data.” This means you can build your application without having to first define the schema. In a relational database, you are required to define your schema before adding data to the database. Not needing a predefined schema makes NoSQL databases much easier to update as data and requirements change. Changing the schema structure in a relational database can be extremely expensive, time-consuming, and often involve downtime or service interruptions.</a:t>
            </a:r>
          </a:p>
          <a:p>
            <a:endParaRPr lang="en-US" dirty="0">
              <a:solidFill>
                <a:schemeClr val="accent1"/>
              </a:solidFill>
            </a:endParaRPr>
          </a:p>
          <a:p>
            <a:r>
              <a:rPr lang="en-US" dirty="0">
                <a:solidFill>
                  <a:schemeClr val="accent1"/>
                </a:solidFill>
              </a:rPr>
              <a:t>Data Structure:</a:t>
            </a:r>
          </a:p>
          <a:p>
            <a:r>
              <a:rPr lang="en-US" dirty="0">
                <a:solidFill>
                  <a:schemeClr val="accent1"/>
                </a:solidFill>
              </a:rPr>
              <a:t>Relational databases are table-based. NoSQL databases can be document based, graph databases, key-value pairs, or wide-column stores. Relational databases were built during a time that data was mostly structured and clearly defined by their relationships. Today, we know that data today is much more complex. NoSQL databases are designed to handle the more complex, unstructured data, (such as texts, social media posts, photos, videos, email) which increasingly make up much of the data that exists today.</a:t>
            </a:r>
          </a:p>
          <a:p>
            <a:endParaRPr lang="en-US" dirty="0">
              <a:solidFill>
                <a:schemeClr val="accent1"/>
              </a:solidFill>
            </a:endParaRPr>
          </a:p>
          <a:p>
            <a:r>
              <a:rPr lang="en-US" dirty="0">
                <a:solidFill>
                  <a:schemeClr val="accent1"/>
                </a:solidFill>
              </a:rPr>
              <a:t>Scaling:</a:t>
            </a:r>
          </a:p>
          <a:p>
            <a:r>
              <a:rPr lang="en-US" dirty="0">
                <a:solidFill>
                  <a:schemeClr val="accent1"/>
                </a:solidFill>
              </a:rPr>
              <a:t>Relational databases are vertically scalable but typically expensive. Since they require a single server to host the entire database, in order to scale, you need to buy a bigger, more expensive server. Scaling a NoSQL database is much cheaper, compared to a relational database, because you can add capacity by scaling horizontally over cheap, commodity servers.</a:t>
            </a:r>
          </a:p>
          <a:p>
            <a:endParaRPr lang="en-US" dirty="0">
              <a:solidFill>
                <a:schemeClr val="accent1"/>
              </a:solidFill>
            </a:endParaRPr>
          </a:p>
          <a:p>
            <a:r>
              <a:rPr lang="en-US" dirty="0">
                <a:solidFill>
                  <a:schemeClr val="accent1"/>
                </a:solidFill>
              </a:rPr>
              <a:t>Development Model:</a:t>
            </a:r>
          </a:p>
          <a:p>
            <a:r>
              <a:rPr lang="en-US" dirty="0">
                <a:solidFill>
                  <a:schemeClr val="accent1"/>
                </a:solidFill>
              </a:rPr>
              <a:t>NoSQL databases tend to be more a part of the open-source community. Relational databases are typically closed source with licensing fees baked into the use of their software.</a:t>
            </a:r>
          </a:p>
          <a:p>
            <a:r>
              <a:rPr lang="en-US" b="0" i="0" dirty="0">
                <a:solidFill>
                  <a:schemeClr val="accent1"/>
                </a:solidFill>
                <a:effectLst/>
              </a:rPr>
              <a:t>Application:</a:t>
            </a:r>
            <a:endParaRPr lang="en-US" dirty="0">
              <a:solidFill>
                <a:schemeClr val="accent1"/>
              </a:solidFill>
            </a:endParaRPr>
          </a:p>
          <a:p>
            <a:r>
              <a:rPr lang="en-US" b="0" i="0" dirty="0">
                <a:solidFill>
                  <a:schemeClr val="accent1"/>
                </a:solidFill>
                <a:effectLst/>
              </a:rPr>
              <a:t>NoSQL is used for Big data and real-time web apps. For example, </a:t>
            </a:r>
            <a:r>
              <a:rPr lang="en-US" b="1" i="0" dirty="0">
                <a:solidFill>
                  <a:schemeClr val="accent1"/>
                </a:solidFill>
                <a:effectLst/>
              </a:rPr>
              <a:t>companies like Twitter, Facebook and Google collect terabytes of user data every single day. </a:t>
            </a:r>
            <a:r>
              <a:rPr lang="en-US" i="0" dirty="0">
                <a:solidFill>
                  <a:schemeClr val="accent1"/>
                </a:solidFill>
                <a:effectLst/>
              </a:rPr>
              <a:t>Whereas</a:t>
            </a:r>
            <a:r>
              <a:rPr lang="en-US" b="0" i="0" dirty="0">
                <a:solidFill>
                  <a:schemeClr val="accent1"/>
                </a:solidFill>
                <a:effectLst/>
              </a:rPr>
              <a:t> SQL databases provide great benefits for transactional data whose structure doesn’t change frequently (or at all) and where data integrity is paramount. It’s also best for fast analytical queries. Examples include AWS, Microsoft Azure, Google Cloud Platform.</a:t>
            </a:r>
            <a:endParaRPr lang="en-IN" dirty="0">
              <a:solidFill>
                <a:schemeClr val="accent1"/>
              </a:solidFill>
            </a:endParaRPr>
          </a:p>
        </p:txBody>
      </p:sp>
      <p:pic>
        <p:nvPicPr>
          <p:cNvPr id="5123" name="Picture 3">
            <a:extLst>
              <a:ext uri="{FF2B5EF4-FFF2-40B4-BE49-F238E27FC236}">
                <a16:creationId xmlns:a16="http://schemas.microsoft.com/office/drawing/2014/main" id="{36D22722-5E75-4F54-B62A-A3B7EC17C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6254" y="2589259"/>
            <a:ext cx="2985746" cy="1679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42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BFC4-7E2C-4D36-B9E8-498F8695F42C}"/>
              </a:ext>
            </a:extLst>
          </p:cNvPr>
          <p:cNvSpPr>
            <a:spLocks noGrp="1"/>
          </p:cNvSpPr>
          <p:nvPr>
            <p:ph type="title"/>
          </p:nvPr>
        </p:nvSpPr>
        <p:spPr>
          <a:xfrm>
            <a:off x="677334" y="156238"/>
            <a:ext cx="8596668" cy="1320800"/>
          </a:xfrm>
        </p:spPr>
        <p:txBody>
          <a:bodyPr/>
          <a:lstStyle/>
          <a:p>
            <a:pPr algn="ctr"/>
            <a:r>
              <a:rPr lang="en-IN" dirty="0"/>
              <a:t>Types of Keys</a:t>
            </a:r>
          </a:p>
        </p:txBody>
      </p:sp>
      <p:sp>
        <p:nvSpPr>
          <p:cNvPr id="3" name="Content Placeholder 2">
            <a:extLst>
              <a:ext uri="{FF2B5EF4-FFF2-40B4-BE49-F238E27FC236}">
                <a16:creationId xmlns:a16="http://schemas.microsoft.com/office/drawing/2014/main" id="{00501A4A-C08F-4083-BE93-8BB07680AE0A}"/>
              </a:ext>
            </a:extLst>
          </p:cNvPr>
          <p:cNvSpPr>
            <a:spLocks noGrp="1"/>
          </p:cNvSpPr>
          <p:nvPr>
            <p:ph idx="1"/>
          </p:nvPr>
        </p:nvSpPr>
        <p:spPr/>
        <p:txBody>
          <a:bodyPr>
            <a:normAutofit fontScale="85000" lnSpcReduction="10000"/>
          </a:bodyPr>
          <a:lstStyle/>
          <a:p>
            <a:pPr algn="just"/>
            <a:r>
              <a:rPr lang="en-US" b="0" i="0" dirty="0">
                <a:solidFill>
                  <a:schemeClr val="accent1"/>
                </a:solidFill>
                <a:effectLst/>
              </a:rPr>
              <a:t>Primary key</a:t>
            </a:r>
          </a:p>
          <a:p>
            <a:pPr algn="just">
              <a:buFont typeface="Arial" panose="020B0604020202020204" pitchFamily="34" charset="0"/>
              <a:buChar char="•"/>
            </a:pPr>
            <a:r>
              <a:rPr lang="en-US" b="0" i="0" dirty="0">
                <a:solidFill>
                  <a:schemeClr val="accent1"/>
                </a:solidFill>
                <a:effectLst/>
              </a:rPr>
              <a:t>It is the first key used to identify one and only one instance of an entity uniquely. An entity can contain multiple keys, as we saw in the PERSON table. The key which is most suitable from those lists becomes a primary key.</a:t>
            </a:r>
          </a:p>
          <a:p>
            <a:pPr algn="just">
              <a:buFont typeface="Arial" panose="020B0604020202020204" pitchFamily="34" charset="0"/>
              <a:buChar char="•"/>
            </a:pPr>
            <a:r>
              <a:rPr lang="en-US" b="0" i="0" dirty="0">
                <a:solidFill>
                  <a:schemeClr val="accent1"/>
                </a:solidFill>
                <a:effectLst/>
              </a:rPr>
              <a:t>In the EMPLOYEE table, ID can be the primary key since it is unique for each employee. In the EMPLOYEE table, we can even select License_Number and Passport_Number as primary keys since they are also unique.</a:t>
            </a:r>
          </a:p>
          <a:p>
            <a:pPr algn="just">
              <a:buFont typeface="Arial" panose="020B0604020202020204" pitchFamily="34" charset="0"/>
              <a:buChar char="•"/>
            </a:pPr>
            <a:r>
              <a:rPr lang="en-US" b="0" i="0" dirty="0">
                <a:solidFill>
                  <a:schemeClr val="accent1"/>
                </a:solidFill>
                <a:effectLst/>
              </a:rPr>
              <a:t>For each entity, the primary key selection is based on requirements and developers.</a:t>
            </a:r>
          </a:p>
          <a:p>
            <a:pPr algn="just"/>
            <a:r>
              <a:rPr lang="en-US" b="0" i="0" dirty="0">
                <a:solidFill>
                  <a:schemeClr val="accent1"/>
                </a:solidFill>
                <a:effectLst/>
              </a:rPr>
              <a:t>Candidate key</a:t>
            </a:r>
          </a:p>
          <a:p>
            <a:pPr algn="just">
              <a:buFont typeface="Arial" panose="020B0604020202020204" pitchFamily="34" charset="0"/>
              <a:buChar char="•"/>
            </a:pPr>
            <a:r>
              <a:rPr lang="en-US" b="0" i="0" dirty="0">
                <a:solidFill>
                  <a:schemeClr val="accent1"/>
                </a:solidFill>
                <a:effectLst/>
              </a:rPr>
              <a:t>A candidate key is an attribute or set of attributes that can uniquely identify a tuple.</a:t>
            </a:r>
          </a:p>
          <a:p>
            <a:pPr algn="just">
              <a:buFont typeface="Arial" panose="020B0604020202020204" pitchFamily="34" charset="0"/>
              <a:buChar char="•"/>
            </a:pPr>
            <a:r>
              <a:rPr lang="en-US" b="0" i="0" dirty="0">
                <a:solidFill>
                  <a:schemeClr val="accent1"/>
                </a:solidFill>
                <a:effectLst/>
              </a:rPr>
              <a:t>Except for the primary key, the remaining attributes are considered a candidate key. The candidate keys are as strong as the primary key.</a:t>
            </a:r>
          </a:p>
          <a:p>
            <a:pPr algn="just">
              <a:buFont typeface="Arial" panose="020B0604020202020204" pitchFamily="34" charset="0"/>
              <a:buChar char="•"/>
            </a:pPr>
            <a:r>
              <a:rPr lang="en-US" b="1" i="0" dirty="0">
                <a:solidFill>
                  <a:schemeClr val="accent1"/>
                </a:solidFill>
                <a:effectLst/>
              </a:rPr>
              <a:t>For example:</a:t>
            </a:r>
            <a:r>
              <a:rPr lang="en-US" b="0" i="0" dirty="0">
                <a:solidFill>
                  <a:schemeClr val="accent1"/>
                </a:solidFill>
                <a:effectLst/>
              </a:rPr>
              <a:t> In the EMPLOYEE table, id is best suited for the primary key. The rest of the attributes, like SSN, Passport_Number, License_Number, etc., are considered a candidate key.</a:t>
            </a:r>
          </a:p>
          <a:p>
            <a:pPr algn="just"/>
            <a:endParaRPr lang="en-US" b="0" i="0" dirty="0">
              <a:solidFill>
                <a:schemeClr val="accent1"/>
              </a:solidFill>
              <a:effectLst/>
            </a:endParaRPr>
          </a:p>
          <a:p>
            <a:pPr marL="0" indent="0" algn="just">
              <a:buNone/>
            </a:pPr>
            <a:endParaRPr lang="en-US" dirty="0">
              <a:solidFill>
                <a:schemeClr val="accent1"/>
              </a:solidFill>
            </a:endParaRPr>
          </a:p>
          <a:p>
            <a:pPr marL="0" indent="0" algn="just">
              <a:buNone/>
            </a:pPr>
            <a:endParaRPr lang="en-US" b="0" i="0" dirty="0">
              <a:solidFill>
                <a:schemeClr val="accent1"/>
              </a:solidFill>
              <a:effectLst/>
            </a:endParaRPr>
          </a:p>
          <a:p>
            <a:endParaRPr lang="en-IN" dirty="0"/>
          </a:p>
        </p:txBody>
      </p:sp>
      <p:pic>
        <p:nvPicPr>
          <p:cNvPr id="6146" name="Picture 2" descr="DBMS Keys">
            <a:extLst>
              <a:ext uri="{FF2B5EF4-FFF2-40B4-BE49-F238E27FC236}">
                <a16:creationId xmlns:a16="http://schemas.microsoft.com/office/drawing/2014/main" id="{6ED8CF55-6E72-49C9-8F65-C1EA9D1FD8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818" y="876963"/>
            <a:ext cx="5219700" cy="12001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DBMS Keys">
            <a:extLst>
              <a:ext uri="{FF2B5EF4-FFF2-40B4-BE49-F238E27FC236}">
                <a16:creationId xmlns:a16="http://schemas.microsoft.com/office/drawing/2014/main" id="{2AD812E7-65C2-44FA-8E0B-DC4A6ED4B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9542" y="496727"/>
            <a:ext cx="3969124" cy="204409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DBMS Keys">
            <a:extLst>
              <a:ext uri="{FF2B5EF4-FFF2-40B4-BE49-F238E27FC236}">
                <a16:creationId xmlns:a16="http://schemas.microsoft.com/office/drawing/2014/main" id="{EC11107D-8C39-4E1A-8FDB-B94F79D22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6208" y="4080738"/>
            <a:ext cx="3035792" cy="204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6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73F382-4DA7-485E-8D71-BC2824805A08}"/>
              </a:ext>
            </a:extLst>
          </p:cNvPr>
          <p:cNvSpPr>
            <a:spLocks noGrp="1"/>
          </p:cNvSpPr>
          <p:nvPr>
            <p:ph idx="1"/>
          </p:nvPr>
        </p:nvSpPr>
        <p:spPr>
          <a:xfrm>
            <a:off x="677334" y="322729"/>
            <a:ext cx="8596668" cy="4966447"/>
          </a:xfrm>
        </p:spPr>
        <p:txBody>
          <a:bodyPr>
            <a:normAutofit fontScale="92500" lnSpcReduction="10000"/>
          </a:bodyPr>
          <a:lstStyle/>
          <a:p>
            <a:pPr algn="just"/>
            <a:r>
              <a:rPr lang="en-US" b="0" i="0" dirty="0">
                <a:solidFill>
                  <a:schemeClr val="accent1"/>
                </a:solidFill>
                <a:effectLst/>
              </a:rPr>
              <a:t>Super Key</a:t>
            </a:r>
          </a:p>
          <a:p>
            <a:pPr algn="just">
              <a:buFont typeface="Arial" panose="020B0604020202020204" pitchFamily="34" charset="0"/>
              <a:buChar char="•"/>
            </a:pPr>
            <a:r>
              <a:rPr lang="en-US" b="0" i="0" dirty="0">
                <a:solidFill>
                  <a:schemeClr val="accent1"/>
                </a:solidFill>
                <a:effectLst/>
              </a:rPr>
              <a:t>Super key is an attribute set that can uniquely identify a tuple. A super key is a superset of a candidate key.</a:t>
            </a:r>
          </a:p>
          <a:p>
            <a:pPr algn="just">
              <a:buFont typeface="Arial" panose="020B0604020202020204" pitchFamily="34" charset="0"/>
              <a:buChar char="•"/>
            </a:pPr>
            <a:r>
              <a:rPr lang="en-US" b="1" i="0" dirty="0">
                <a:solidFill>
                  <a:schemeClr val="accent1"/>
                </a:solidFill>
                <a:effectLst/>
              </a:rPr>
              <a:t>For example:</a:t>
            </a:r>
            <a:r>
              <a:rPr lang="en-US" b="0" i="0" dirty="0">
                <a:solidFill>
                  <a:schemeClr val="accent1"/>
                </a:solidFill>
                <a:effectLst/>
              </a:rPr>
              <a:t> In the above EMPLOYEE table, for(EMPLOEE_ID, EMPLOYEE_NAME), the name of two employees can be the same, but their EMPLYEE_ID can't be the same. Hence, this combination can also be a key.</a:t>
            </a:r>
          </a:p>
          <a:p>
            <a:pPr algn="just"/>
            <a:r>
              <a:rPr lang="en-US" b="0" i="0" dirty="0">
                <a:solidFill>
                  <a:schemeClr val="accent1"/>
                </a:solidFill>
                <a:effectLst/>
              </a:rPr>
              <a:t>Foreign key</a:t>
            </a:r>
          </a:p>
          <a:p>
            <a:pPr algn="just">
              <a:buFont typeface="Arial" panose="020B0604020202020204" pitchFamily="34" charset="0"/>
              <a:buChar char="•"/>
            </a:pPr>
            <a:r>
              <a:rPr lang="en-US" b="0" i="0" dirty="0">
                <a:solidFill>
                  <a:schemeClr val="accent1"/>
                </a:solidFill>
                <a:effectLst/>
              </a:rPr>
              <a:t>Foreign keys are the column of the table used to point to the primary key of another table.</a:t>
            </a:r>
          </a:p>
          <a:p>
            <a:pPr algn="just">
              <a:buFont typeface="Arial" panose="020B0604020202020204" pitchFamily="34" charset="0"/>
              <a:buChar char="•"/>
            </a:pPr>
            <a:r>
              <a:rPr lang="en-US" b="0" i="0" dirty="0">
                <a:solidFill>
                  <a:schemeClr val="accent1"/>
                </a:solidFill>
                <a:effectLst/>
              </a:rPr>
              <a:t>Every employee works in a specific department in a company, and employee and department are two different entities. So we can't store the department's information in the employee table. That's why we link these two tables through the primary key of one table.</a:t>
            </a:r>
          </a:p>
          <a:p>
            <a:pPr algn="just">
              <a:buFont typeface="Arial" panose="020B0604020202020204" pitchFamily="34" charset="0"/>
              <a:buChar char="•"/>
            </a:pPr>
            <a:r>
              <a:rPr lang="en-US" b="0" i="0" dirty="0">
                <a:solidFill>
                  <a:schemeClr val="accent1"/>
                </a:solidFill>
                <a:effectLst/>
              </a:rPr>
              <a:t>We add the primary key of the DEPARTMENT table, </a:t>
            </a:r>
            <a:r>
              <a:rPr lang="en-US" b="0" i="0" dirty="0" err="1">
                <a:solidFill>
                  <a:schemeClr val="accent1"/>
                </a:solidFill>
                <a:effectLst/>
              </a:rPr>
              <a:t>Department_Id</a:t>
            </a:r>
            <a:r>
              <a:rPr lang="en-US" b="0" i="0" dirty="0">
                <a:solidFill>
                  <a:schemeClr val="accent1"/>
                </a:solidFill>
                <a:effectLst/>
              </a:rPr>
              <a:t>, as a new attribute in the EMPLOYEE table.</a:t>
            </a:r>
          </a:p>
          <a:p>
            <a:pPr algn="just">
              <a:buFont typeface="Arial" panose="020B0604020202020204" pitchFamily="34" charset="0"/>
              <a:buChar char="•"/>
            </a:pPr>
            <a:r>
              <a:rPr lang="en-US" b="0" i="0" dirty="0">
                <a:solidFill>
                  <a:schemeClr val="accent1"/>
                </a:solidFill>
                <a:effectLst/>
              </a:rPr>
              <a:t>In the EMPLOYEE table, </a:t>
            </a:r>
            <a:r>
              <a:rPr lang="en-US" b="0" i="0" dirty="0" err="1">
                <a:solidFill>
                  <a:schemeClr val="accent1"/>
                </a:solidFill>
                <a:effectLst/>
              </a:rPr>
              <a:t>Department_Id</a:t>
            </a:r>
            <a:r>
              <a:rPr lang="en-US" b="0" i="0" dirty="0">
                <a:solidFill>
                  <a:schemeClr val="accent1"/>
                </a:solidFill>
                <a:effectLst/>
              </a:rPr>
              <a:t> is the foreign key, and both the tables are related.</a:t>
            </a:r>
          </a:p>
          <a:p>
            <a:endParaRPr lang="en-IN" dirty="0"/>
          </a:p>
        </p:txBody>
      </p:sp>
      <p:pic>
        <p:nvPicPr>
          <p:cNvPr id="7170" name="Picture 2" descr="DBMS Keys">
            <a:extLst>
              <a:ext uri="{FF2B5EF4-FFF2-40B4-BE49-F238E27FC236}">
                <a16:creationId xmlns:a16="http://schemas.microsoft.com/office/drawing/2014/main" id="{FBFD16D6-F051-4A74-B9C0-46DFB5B30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9175" y="816638"/>
            <a:ext cx="3209925" cy="194022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DBMS Keys">
            <a:extLst>
              <a:ext uri="{FF2B5EF4-FFF2-40B4-BE49-F238E27FC236}">
                <a16:creationId xmlns:a16="http://schemas.microsoft.com/office/drawing/2014/main" id="{BD2EF1D3-73F6-4041-9D8B-EC4EAA4D1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5883" y="4845966"/>
            <a:ext cx="3767419" cy="1940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139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E4B49-29F5-46A8-85CD-FFFB494C4C7A}"/>
              </a:ext>
            </a:extLst>
          </p:cNvPr>
          <p:cNvSpPr>
            <a:spLocks noGrp="1"/>
          </p:cNvSpPr>
          <p:nvPr>
            <p:ph idx="1"/>
          </p:nvPr>
        </p:nvSpPr>
        <p:spPr>
          <a:xfrm>
            <a:off x="677334" y="188259"/>
            <a:ext cx="8596668" cy="6203576"/>
          </a:xfrm>
        </p:spPr>
        <p:txBody>
          <a:bodyPr>
            <a:normAutofit fontScale="85000" lnSpcReduction="20000"/>
          </a:bodyPr>
          <a:lstStyle/>
          <a:p>
            <a:pPr algn="just"/>
            <a:r>
              <a:rPr lang="en-US" b="0" i="0" dirty="0">
                <a:solidFill>
                  <a:schemeClr val="accent1"/>
                </a:solidFill>
                <a:effectLst/>
              </a:rPr>
              <a:t>Alternate key</a:t>
            </a:r>
          </a:p>
          <a:p>
            <a:pPr algn="just">
              <a:buFont typeface="Arial" panose="020B0604020202020204" pitchFamily="34" charset="0"/>
              <a:buChar char="•"/>
            </a:pPr>
            <a:r>
              <a:rPr lang="en-US" b="0" i="0" dirty="0">
                <a:solidFill>
                  <a:schemeClr val="accent1"/>
                </a:solidFill>
                <a:effectLst/>
              </a:rPr>
              <a:t>There may be one or more attributes or a combination of attributes that uniquely identify each tuple in a relation. These attributes or combinations of the attributes are called the candidate keys. One key is chosen as the primary key from these candidate keys, and the remaining candidate key, if it exists, is termed the alternate key. </a:t>
            </a:r>
            <a:r>
              <a:rPr lang="en-US" b="1" i="0" dirty="0">
                <a:solidFill>
                  <a:schemeClr val="accent1"/>
                </a:solidFill>
                <a:effectLst/>
              </a:rPr>
              <a:t>In other words,</a:t>
            </a:r>
            <a:r>
              <a:rPr lang="en-US" b="0" i="0" dirty="0">
                <a:solidFill>
                  <a:schemeClr val="accent1"/>
                </a:solidFill>
                <a:effectLst/>
              </a:rPr>
              <a:t> the total number of the alternate keys is the total number of candidate keys minus the primary key. The alternate key may or may not exist. If there is only one candidate key in a relation, it does not have an alternate key.</a:t>
            </a:r>
          </a:p>
          <a:p>
            <a:pPr algn="just">
              <a:buFont typeface="Arial" panose="020B0604020202020204" pitchFamily="34" charset="0"/>
              <a:buChar char="•"/>
            </a:pPr>
            <a:r>
              <a:rPr lang="en-US" b="1" i="0" dirty="0">
                <a:solidFill>
                  <a:schemeClr val="accent1"/>
                </a:solidFill>
                <a:effectLst/>
              </a:rPr>
              <a:t>For example,</a:t>
            </a:r>
            <a:r>
              <a:rPr lang="en-US" b="0" i="0" dirty="0">
                <a:solidFill>
                  <a:schemeClr val="accent1"/>
                </a:solidFill>
                <a:effectLst/>
              </a:rPr>
              <a:t> employee relation has two attributes, </a:t>
            </a:r>
            <a:r>
              <a:rPr lang="en-US" b="0" i="0" dirty="0" err="1">
                <a:solidFill>
                  <a:schemeClr val="accent1"/>
                </a:solidFill>
                <a:effectLst/>
              </a:rPr>
              <a:t>Employee_Id</a:t>
            </a:r>
            <a:r>
              <a:rPr lang="en-US" b="0" i="0" dirty="0">
                <a:solidFill>
                  <a:schemeClr val="accent1"/>
                </a:solidFill>
                <a:effectLst/>
              </a:rPr>
              <a:t> and </a:t>
            </a:r>
            <a:r>
              <a:rPr lang="en-US" b="0" i="0" dirty="0" err="1">
                <a:solidFill>
                  <a:schemeClr val="accent1"/>
                </a:solidFill>
                <a:effectLst/>
              </a:rPr>
              <a:t>PAN_No</a:t>
            </a:r>
            <a:r>
              <a:rPr lang="en-US" b="0" i="0" dirty="0">
                <a:solidFill>
                  <a:schemeClr val="accent1"/>
                </a:solidFill>
                <a:effectLst/>
              </a:rPr>
              <a:t>, that act as candidate keys. In this relation, </a:t>
            </a:r>
            <a:r>
              <a:rPr lang="en-US" b="0" i="0" dirty="0" err="1">
                <a:solidFill>
                  <a:schemeClr val="accent1"/>
                </a:solidFill>
                <a:effectLst/>
              </a:rPr>
              <a:t>Employee_Id</a:t>
            </a:r>
            <a:r>
              <a:rPr lang="en-US" b="0" i="0" dirty="0">
                <a:solidFill>
                  <a:schemeClr val="accent1"/>
                </a:solidFill>
                <a:effectLst/>
              </a:rPr>
              <a:t> is chosen as the primary key, so the other candidate key, </a:t>
            </a:r>
            <a:r>
              <a:rPr lang="en-US" b="0" i="0" dirty="0" err="1">
                <a:solidFill>
                  <a:schemeClr val="accent1"/>
                </a:solidFill>
                <a:effectLst/>
              </a:rPr>
              <a:t>PAN_No</a:t>
            </a:r>
            <a:r>
              <a:rPr lang="en-US" b="0" i="0" dirty="0">
                <a:solidFill>
                  <a:schemeClr val="accent1"/>
                </a:solidFill>
                <a:effectLst/>
              </a:rPr>
              <a:t>, acts as the Alternate key.</a:t>
            </a:r>
          </a:p>
          <a:p>
            <a:pPr algn="just"/>
            <a:r>
              <a:rPr lang="en-US" b="0" i="0" dirty="0">
                <a:solidFill>
                  <a:schemeClr val="accent1"/>
                </a:solidFill>
                <a:effectLst/>
              </a:rPr>
              <a:t>Composite key</a:t>
            </a:r>
          </a:p>
          <a:p>
            <a:pPr algn="just">
              <a:buFont typeface="Arial" panose="020B0604020202020204" pitchFamily="34" charset="0"/>
              <a:buChar char="•"/>
            </a:pPr>
            <a:r>
              <a:rPr lang="en-US" b="0" i="0" dirty="0">
                <a:solidFill>
                  <a:schemeClr val="accent1"/>
                </a:solidFill>
                <a:effectLst/>
              </a:rPr>
              <a:t>Whenever a primary key consists of more than one attribute, it is known as a composite key. This key is also known as Concatenated Key.</a:t>
            </a:r>
          </a:p>
          <a:p>
            <a:pPr algn="just">
              <a:buFont typeface="Arial" panose="020B0604020202020204" pitchFamily="34" charset="0"/>
              <a:buChar char="•"/>
            </a:pPr>
            <a:r>
              <a:rPr lang="en-US" b="1" i="0" dirty="0">
                <a:solidFill>
                  <a:schemeClr val="accent1"/>
                </a:solidFill>
                <a:effectLst/>
              </a:rPr>
              <a:t>For example,</a:t>
            </a:r>
            <a:r>
              <a:rPr lang="en-US" b="0" i="0" dirty="0">
                <a:solidFill>
                  <a:schemeClr val="accent1"/>
                </a:solidFill>
                <a:effectLst/>
              </a:rPr>
              <a:t> in employee relations, we assume that an employee may be assigned multiple roles, and an employee may work on multiple projects simultaneously. So the primary key will be composed of all three attributes, namely </a:t>
            </a:r>
            <a:r>
              <a:rPr lang="en-US" b="0" i="0" dirty="0" err="1">
                <a:solidFill>
                  <a:schemeClr val="accent1"/>
                </a:solidFill>
                <a:effectLst/>
              </a:rPr>
              <a:t>Emp_ID</a:t>
            </a:r>
            <a:r>
              <a:rPr lang="en-US" b="0" i="0" dirty="0">
                <a:solidFill>
                  <a:schemeClr val="accent1"/>
                </a:solidFill>
                <a:effectLst/>
              </a:rPr>
              <a:t>, </a:t>
            </a:r>
            <a:r>
              <a:rPr lang="en-US" b="0" i="0" dirty="0" err="1">
                <a:solidFill>
                  <a:schemeClr val="accent1"/>
                </a:solidFill>
                <a:effectLst/>
              </a:rPr>
              <a:t>Emp_role</a:t>
            </a:r>
            <a:r>
              <a:rPr lang="en-US" b="0" i="0" dirty="0">
                <a:solidFill>
                  <a:schemeClr val="accent1"/>
                </a:solidFill>
                <a:effectLst/>
              </a:rPr>
              <a:t>, and </a:t>
            </a:r>
            <a:r>
              <a:rPr lang="en-US" b="0" i="0" dirty="0" err="1">
                <a:solidFill>
                  <a:schemeClr val="accent1"/>
                </a:solidFill>
                <a:effectLst/>
              </a:rPr>
              <a:t>Proj_ID</a:t>
            </a:r>
            <a:r>
              <a:rPr lang="en-US" b="0" i="0" dirty="0">
                <a:solidFill>
                  <a:schemeClr val="accent1"/>
                </a:solidFill>
                <a:effectLst/>
              </a:rPr>
              <a:t> in combination. So these attributes act as a composite key since the primary key comprises more than one attribute.</a:t>
            </a:r>
          </a:p>
          <a:p>
            <a:pPr algn="just"/>
            <a:r>
              <a:rPr lang="en-US" b="0" i="0" dirty="0">
                <a:solidFill>
                  <a:schemeClr val="accent1"/>
                </a:solidFill>
                <a:effectLst/>
              </a:rPr>
              <a:t>Artificial key</a:t>
            </a:r>
          </a:p>
          <a:p>
            <a:pPr algn="just">
              <a:buFont typeface="Arial" panose="020B0604020202020204" pitchFamily="34" charset="0"/>
              <a:buChar char="•"/>
            </a:pPr>
            <a:r>
              <a:rPr lang="en-US" b="0" i="0" dirty="0">
                <a:solidFill>
                  <a:schemeClr val="accent1"/>
                </a:solidFill>
                <a:effectLst/>
              </a:rPr>
              <a:t>The key created using arbitrarily assigned data are known as artificial keys. These keys are created when a primary key is large and complex and has no relationship with many other relations. The data values of the artificial keys are usually numbered in a serial order.</a:t>
            </a:r>
          </a:p>
          <a:p>
            <a:pPr algn="just">
              <a:buFont typeface="Arial" panose="020B0604020202020204" pitchFamily="34" charset="0"/>
              <a:buChar char="•"/>
            </a:pPr>
            <a:r>
              <a:rPr lang="en-US" b="1" i="0" dirty="0">
                <a:solidFill>
                  <a:schemeClr val="accent1"/>
                </a:solidFill>
                <a:effectLst/>
              </a:rPr>
              <a:t>For example,</a:t>
            </a:r>
            <a:r>
              <a:rPr lang="en-US" b="0" i="0" dirty="0">
                <a:solidFill>
                  <a:schemeClr val="accent1"/>
                </a:solidFill>
                <a:effectLst/>
              </a:rPr>
              <a:t> the primary key, which is composed of </a:t>
            </a:r>
            <a:r>
              <a:rPr lang="en-US" b="0" i="0" dirty="0" err="1">
                <a:solidFill>
                  <a:schemeClr val="accent1"/>
                </a:solidFill>
                <a:effectLst/>
              </a:rPr>
              <a:t>Emp_ID</a:t>
            </a:r>
            <a:r>
              <a:rPr lang="en-US" b="0" i="0" dirty="0">
                <a:solidFill>
                  <a:schemeClr val="accent1"/>
                </a:solidFill>
                <a:effectLst/>
              </a:rPr>
              <a:t>, </a:t>
            </a:r>
            <a:r>
              <a:rPr lang="en-US" b="0" i="0" dirty="0" err="1">
                <a:solidFill>
                  <a:schemeClr val="accent1"/>
                </a:solidFill>
                <a:effectLst/>
              </a:rPr>
              <a:t>Emp_role</a:t>
            </a:r>
            <a:r>
              <a:rPr lang="en-US" b="0" i="0" dirty="0">
                <a:solidFill>
                  <a:schemeClr val="accent1"/>
                </a:solidFill>
                <a:effectLst/>
              </a:rPr>
              <a:t>, and </a:t>
            </a:r>
            <a:r>
              <a:rPr lang="en-US" b="0" i="0" dirty="0" err="1">
                <a:solidFill>
                  <a:schemeClr val="accent1"/>
                </a:solidFill>
                <a:effectLst/>
              </a:rPr>
              <a:t>Proj_ID</a:t>
            </a:r>
            <a:r>
              <a:rPr lang="en-US" b="0" i="0" dirty="0">
                <a:solidFill>
                  <a:schemeClr val="accent1"/>
                </a:solidFill>
                <a:effectLst/>
              </a:rPr>
              <a:t>, is large in employee relations. So it would be better to add a new virtual attribute to identify each tuple in the relation uniquely.</a:t>
            </a:r>
          </a:p>
          <a:p>
            <a:pPr algn="just"/>
            <a:endParaRPr lang="en-US" b="0" i="0" dirty="0">
              <a:solidFill>
                <a:schemeClr val="accent1"/>
              </a:solidFill>
              <a:effectLst/>
            </a:endParaRPr>
          </a:p>
          <a:p>
            <a:pPr algn="just"/>
            <a:endParaRPr lang="en-US" b="0" i="0" dirty="0">
              <a:solidFill>
                <a:schemeClr val="accent1"/>
              </a:solidFill>
              <a:effectLst/>
            </a:endParaRPr>
          </a:p>
          <a:p>
            <a:endParaRPr lang="en-IN" dirty="0">
              <a:solidFill>
                <a:schemeClr val="accent1"/>
              </a:solidFill>
            </a:endParaRPr>
          </a:p>
        </p:txBody>
      </p:sp>
    </p:spTree>
    <p:extLst>
      <p:ext uri="{BB962C8B-B14F-4D97-AF65-F5344CB8AC3E}">
        <p14:creationId xmlns:p14="http://schemas.microsoft.com/office/powerpoint/2010/main" val="2590951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BMS Keys">
            <a:extLst>
              <a:ext uri="{FF2B5EF4-FFF2-40B4-BE49-F238E27FC236}">
                <a16:creationId xmlns:a16="http://schemas.microsoft.com/office/drawing/2014/main" id="{BA82C6EA-A277-4D39-BC31-EF9165FD0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518273"/>
            <a:ext cx="5715000" cy="20383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DBMS Keys">
            <a:extLst>
              <a:ext uri="{FF2B5EF4-FFF2-40B4-BE49-F238E27FC236}">
                <a16:creationId xmlns:a16="http://schemas.microsoft.com/office/drawing/2014/main" id="{3D14209D-38DA-4AA3-B765-AEB3AD6EB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2264" y="2556623"/>
            <a:ext cx="4627469" cy="214546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DBMS Keys">
            <a:extLst>
              <a:ext uri="{FF2B5EF4-FFF2-40B4-BE49-F238E27FC236}">
                <a16:creationId xmlns:a16="http://schemas.microsoft.com/office/drawing/2014/main" id="{AD71F9B2-90B1-4C7E-B085-2CBCFE9D07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6576" y="4702086"/>
            <a:ext cx="3738843" cy="2234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994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8ADCE-39E4-49EF-AA7B-7926308EA46D}"/>
              </a:ext>
            </a:extLst>
          </p:cNvPr>
          <p:cNvSpPr>
            <a:spLocks noGrp="1"/>
          </p:cNvSpPr>
          <p:nvPr>
            <p:ph type="title"/>
          </p:nvPr>
        </p:nvSpPr>
        <p:spPr/>
        <p:txBody>
          <a:bodyPr/>
          <a:lstStyle/>
          <a:p>
            <a:pPr algn="ctr"/>
            <a:r>
              <a:rPr lang="en-IN" dirty="0"/>
              <a:t>ER MODEL</a:t>
            </a:r>
          </a:p>
        </p:txBody>
      </p:sp>
      <p:sp>
        <p:nvSpPr>
          <p:cNvPr id="3" name="Content Placeholder 2">
            <a:extLst>
              <a:ext uri="{FF2B5EF4-FFF2-40B4-BE49-F238E27FC236}">
                <a16:creationId xmlns:a16="http://schemas.microsoft.com/office/drawing/2014/main" id="{60100BF7-CA35-4D8C-871E-B36521AD00C7}"/>
              </a:ext>
            </a:extLst>
          </p:cNvPr>
          <p:cNvSpPr>
            <a:spLocks noGrp="1"/>
          </p:cNvSpPr>
          <p:nvPr>
            <p:ph idx="1"/>
          </p:nvPr>
        </p:nvSpPr>
        <p:spPr/>
        <p:txBody>
          <a:bodyPr>
            <a:normAutofit fontScale="92500" lnSpcReduction="10000"/>
          </a:bodyPr>
          <a:lstStyle/>
          <a:p>
            <a:pPr algn="l" fontAlgn="base"/>
            <a:r>
              <a:rPr lang="en-US" b="0" i="0" dirty="0">
                <a:solidFill>
                  <a:schemeClr val="accent1"/>
                </a:solidFill>
                <a:effectLst/>
              </a:rPr>
              <a:t>ER Model is used to model the logical view of the system from data perspective which consists of these components: </a:t>
            </a:r>
          </a:p>
          <a:p>
            <a:pPr algn="l" fontAlgn="base"/>
            <a:r>
              <a:rPr lang="en-US" b="1" i="0" dirty="0">
                <a:solidFill>
                  <a:schemeClr val="accent1"/>
                </a:solidFill>
                <a:effectLst/>
              </a:rPr>
              <a:t>Entity, Entity Type, Entity Set –</a:t>
            </a:r>
            <a:r>
              <a:rPr lang="en-US" b="0" i="0" dirty="0">
                <a:solidFill>
                  <a:schemeClr val="accent1"/>
                </a:solidFill>
                <a:effectLst/>
              </a:rPr>
              <a:t> </a:t>
            </a:r>
          </a:p>
          <a:p>
            <a:pPr algn="l" fontAlgn="base"/>
            <a:r>
              <a:rPr lang="en-US" b="0" i="0" dirty="0">
                <a:solidFill>
                  <a:schemeClr val="accent1"/>
                </a:solidFill>
                <a:effectLst/>
              </a:rPr>
              <a:t>An Entity may be an object with a physical existence – a particular person, car, house, or employee – or it may be an object with a conceptual existence – a company, a job, or a university course. </a:t>
            </a:r>
          </a:p>
          <a:p>
            <a:pPr algn="l" fontAlgn="base"/>
            <a:r>
              <a:rPr lang="en-US" b="0" i="0" dirty="0">
                <a:solidFill>
                  <a:schemeClr val="accent1"/>
                </a:solidFill>
                <a:effectLst/>
              </a:rPr>
              <a:t>An Entity is an object of Entity Type and set of all entities is called as entity set. e.g.; E1 is an entity having Entity Type Student and set of all students is called Entity Set. In ER diagram, Entity Type is represented as: </a:t>
            </a:r>
          </a:p>
          <a:p>
            <a:pPr algn="l" fontAlgn="base"/>
            <a:r>
              <a:rPr lang="en-US" b="1" i="0" dirty="0">
                <a:solidFill>
                  <a:schemeClr val="accent1"/>
                </a:solidFill>
                <a:effectLst/>
              </a:rPr>
              <a:t>Attribute(s):</a:t>
            </a:r>
            <a:r>
              <a:rPr lang="en-US" b="0" i="0" dirty="0">
                <a:solidFill>
                  <a:schemeClr val="accent1"/>
                </a:solidFill>
                <a:effectLst/>
              </a:rPr>
              <a:t> </a:t>
            </a:r>
            <a:br>
              <a:rPr lang="en-US" dirty="0">
                <a:solidFill>
                  <a:schemeClr val="accent1"/>
                </a:solidFill>
              </a:rPr>
            </a:br>
            <a:r>
              <a:rPr lang="en-US" b="0" i="0" dirty="0">
                <a:solidFill>
                  <a:schemeClr val="accent1"/>
                </a:solidFill>
                <a:effectLst/>
              </a:rPr>
              <a:t>Attributes are the </a:t>
            </a:r>
            <a:r>
              <a:rPr lang="en-US" b="1" i="0" dirty="0">
                <a:solidFill>
                  <a:schemeClr val="accent1"/>
                </a:solidFill>
                <a:effectLst/>
              </a:rPr>
              <a:t>properties which define the entity type</a:t>
            </a:r>
            <a:r>
              <a:rPr lang="en-US" b="0" i="0" dirty="0">
                <a:solidFill>
                  <a:schemeClr val="accent1"/>
                </a:solidFill>
                <a:effectLst/>
              </a:rPr>
              <a:t>. For example, </a:t>
            </a:r>
            <a:r>
              <a:rPr lang="en-US" b="0" i="0" dirty="0" err="1">
                <a:solidFill>
                  <a:schemeClr val="accent1"/>
                </a:solidFill>
                <a:effectLst/>
              </a:rPr>
              <a:t>Roll_No</a:t>
            </a:r>
            <a:r>
              <a:rPr lang="en-US" b="0" i="0" dirty="0">
                <a:solidFill>
                  <a:schemeClr val="accent1"/>
                </a:solidFill>
                <a:effectLst/>
              </a:rPr>
              <a:t>, Name, DOB, Age, Address, </a:t>
            </a:r>
            <a:r>
              <a:rPr lang="en-US" b="0" i="0" dirty="0" err="1">
                <a:solidFill>
                  <a:schemeClr val="accent1"/>
                </a:solidFill>
                <a:effectLst/>
              </a:rPr>
              <a:t>Mobile_No</a:t>
            </a:r>
            <a:r>
              <a:rPr lang="en-US" b="0" i="0" dirty="0">
                <a:solidFill>
                  <a:schemeClr val="accent1"/>
                </a:solidFill>
                <a:effectLst/>
              </a:rPr>
              <a:t> are the attributes which defines entity type Student. In ER diagram, attribute is represented by an oval. </a:t>
            </a:r>
          </a:p>
          <a:p>
            <a:endParaRPr lang="en-IN" dirty="0"/>
          </a:p>
        </p:txBody>
      </p:sp>
      <p:pic>
        <p:nvPicPr>
          <p:cNvPr id="9218" name="Picture 2">
            <a:extLst>
              <a:ext uri="{FF2B5EF4-FFF2-40B4-BE49-F238E27FC236}">
                <a16:creationId xmlns:a16="http://schemas.microsoft.com/office/drawing/2014/main" id="{EC7F244C-FC84-40FF-9DD7-ED3FC67934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6157" y="2034050"/>
            <a:ext cx="2352675"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513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109E-6E16-4B39-8831-56863AED039A}"/>
              </a:ext>
            </a:extLst>
          </p:cNvPr>
          <p:cNvSpPr>
            <a:spLocks noGrp="1"/>
          </p:cNvSpPr>
          <p:nvPr>
            <p:ph type="title"/>
          </p:nvPr>
        </p:nvSpPr>
        <p:spPr/>
        <p:txBody>
          <a:bodyPr/>
          <a:lstStyle/>
          <a:p>
            <a:pPr algn="ctr"/>
            <a:r>
              <a:rPr lang="en-IN" dirty="0"/>
              <a:t>Types of </a:t>
            </a:r>
            <a:r>
              <a:rPr lang="en-IN" b="0" i="0" dirty="0">
                <a:solidFill>
                  <a:schemeClr val="accent1"/>
                </a:solidFill>
                <a:effectLst/>
              </a:rPr>
              <a:t>Attributes</a:t>
            </a:r>
            <a:endParaRPr lang="en-IN" dirty="0"/>
          </a:p>
        </p:txBody>
      </p:sp>
      <p:sp>
        <p:nvSpPr>
          <p:cNvPr id="3" name="Content Placeholder 2">
            <a:extLst>
              <a:ext uri="{FF2B5EF4-FFF2-40B4-BE49-F238E27FC236}">
                <a16:creationId xmlns:a16="http://schemas.microsoft.com/office/drawing/2014/main" id="{8CE33BEF-877A-4D11-AF7E-0717924FB675}"/>
              </a:ext>
            </a:extLst>
          </p:cNvPr>
          <p:cNvSpPr>
            <a:spLocks noGrp="1"/>
          </p:cNvSpPr>
          <p:nvPr>
            <p:ph idx="1"/>
          </p:nvPr>
        </p:nvSpPr>
        <p:spPr>
          <a:xfrm>
            <a:off x="471146" y="2164888"/>
            <a:ext cx="8596668" cy="3880773"/>
          </a:xfrm>
        </p:spPr>
        <p:txBody>
          <a:bodyPr>
            <a:normAutofit fontScale="85000" lnSpcReduction="10000"/>
          </a:bodyPr>
          <a:lstStyle/>
          <a:p>
            <a:pPr>
              <a:buAutoNum type="arabicPeriod"/>
            </a:pPr>
            <a:r>
              <a:rPr lang="en-US" b="1" i="0" dirty="0">
                <a:solidFill>
                  <a:schemeClr val="accent1"/>
                </a:solidFill>
                <a:effectLst/>
              </a:rPr>
              <a:t>Key Attribute –</a:t>
            </a:r>
            <a:r>
              <a:rPr lang="en-US" b="0" i="0" dirty="0">
                <a:solidFill>
                  <a:schemeClr val="accent1"/>
                </a:solidFill>
                <a:effectLst/>
              </a:rPr>
              <a:t> </a:t>
            </a:r>
            <a:br>
              <a:rPr lang="en-US" dirty="0">
                <a:solidFill>
                  <a:schemeClr val="accent1"/>
                </a:solidFill>
              </a:rPr>
            </a:br>
            <a:r>
              <a:rPr lang="en-US" b="0" i="0" dirty="0">
                <a:solidFill>
                  <a:schemeClr val="accent1"/>
                </a:solidFill>
                <a:effectLst/>
              </a:rPr>
              <a:t>The attribute which </a:t>
            </a:r>
            <a:r>
              <a:rPr lang="en-US" b="1" i="0" dirty="0">
                <a:solidFill>
                  <a:schemeClr val="accent1"/>
                </a:solidFill>
                <a:effectLst/>
              </a:rPr>
              <a:t>uniquely identifies each entity</a:t>
            </a:r>
            <a:r>
              <a:rPr lang="en-US" b="0" i="0" dirty="0">
                <a:solidFill>
                  <a:schemeClr val="accent1"/>
                </a:solidFill>
                <a:effectLst/>
              </a:rPr>
              <a:t> in the entity set is called key attribute. For example, </a:t>
            </a:r>
            <a:r>
              <a:rPr lang="en-US" b="0" i="0" dirty="0" err="1">
                <a:solidFill>
                  <a:schemeClr val="accent1"/>
                </a:solidFill>
                <a:effectLst/>
              </a:rPr>
              <a:t>Roll_No</a:t>
            </a:r>
            <a:r>
              <a:rPr lang="en-US" b="0" i="0" dirty="0">
                <a:solidFill>
                  <a:schemeClr val="accent1"/>
                </a:solidFill>
                <a:effectLst/>
              </a:rPr>
              <a:t> will be unique for each student. In ER diagram, key attribute is represented by an oval with underlying lines.</a:t>
            </a:r>
          </a:p>
          <a:p>
            <a:pPr>
              <a:buAutoNum type="arabicPeriod"/>
            </a:pPr>
            <a:r>
              <a:rPr lang="en-US" b="1" i="0" dirty="0">
                <a:solidFill>
                  <a:srgbClr val="273239"/>
                </a:solidFill>
                <a:effectLst/>
                <a:latin typeface="urw-din"/>
              </a:rPr>
              <a:t> </a:t>
            </a:r>
            <a:r>
              <a:rPr lang="en-US" b="1" i="0" dirty="0">
                <a:solidFill>
                  <a:schemeClr val="accent1"/>
                </a:solidFill>
                <a:effectLst/>
              </a:rPr>
              <a:t>Composite Attribute –</a:t>
            </a:r>
            <a:r>
              <a:rPr lang="en-US" b="0" i="0" dirty="0">
                <a:solidFill>
                  <a:schemeClr val="accent1"/>
                </a:solidFill>
                <a:effectLst/>
              </a:rPr>
              <a:t> </a:t>
            </a:r>
            <a:br>
              <a:rPr lang="en-US" dirty="0">
                <a:solidFill>
                  <a:schemeClr val="accent1"/>
                </a:solidFill>
              </a:rPr>
            </a:br>
            <a:r>
              <a:rPr lang="en-US" b="0" i="0" dirty="0">
                <a:solidFill>
                  <a:schemeClr val="accent1"/>
                </a:solidFill>
                <a:effectLst/>
              </a:rPr>
              <a:t>An attribute </a:t>
            </a:r>
            <a:r>
              <a:rPr lang="en-US" b="1" i="0" dirty="0">
                <a:solidFill>
                  <a:schemeClr val="accent1"/>
                </a:solidFill>
                <a:effectLst/>
              </a:rPr>
              <a:t>composed of many other attribute</a:t>
            </a:r>
            <a:r>
              <a:rPr lang="en-US" b="0" i="0" dirty="0">
                <a:solidFill>
                  <a:schemeClr val="accent1"/>
                </a:solidFill>
                <a:effectLst/>
              </a:rPr>
              <a:t> is called as composite attribute. For example, Address attribute of student Entity type consists of Street, City, State, and Country. In ER diagram, composite attribute is represented by an oval comprising of ovals. </a:t>
            </a:r>
          </a:p>
          <a:p>
            <a:pPr>
              <a:buAutoNum type="arabicPeriod"/>
            </a:pPr>
            <a:r>
              <a:rPr lang="en-US" b="1" i="0" dirty="0">
                <a:solidFill>
                  <a:schemeClr val="accent1"/>
                </a:solidFill>
                <a:effectLst/>
              </a:rPr>
              <a:t>Multivalued Attribute –</a:t>
            </a:r>
            <a:r>
              <a:rPr lang="en-US" b="0" i="0" dirty="0">
                <a:solidFill>
                  <a:schemeClr val="accent1"/>
                </a:solidFill>
                <a:effectLst/>
              </a:rPr>
              <a:t> </a:t>
            </a:r>
            <a:br>
              <a:rPr lang="en-US" dirty="0">
                <a:solidFill>
                  <a:schemeClr val="accent1"/>
                </a:solidFill>
              </a:rPr>
            </a:br>
            <a:r>
              <a:rPr lang="en-US" b="0" i="0" dirty="0">
                <a:solidFill>
                  <a:schemeClr val="accent1"/>
                </a:solidFill>
                <a:effectLst/>
              </a:rPr>
              <a:t>An attribute consisting </a:t>
            </a:r>
            <a:r>
              <a:rPr lang="en-US" b="1" i="0" dirty="0">
                <a:solidFill>
                  <a:schemeClr val="accent1"/>
                </a:solidFill>
                <a:effectLst/>
              </a:rPr>
              <a:t>more than one value</a:t>
            </a:r>
            <a:r>
              <a:rPr lang="en-US" b="0" i="0" dirty="0">
                <a:solidFill>
                  <a:schemeClr val="accent1"/>
                </a:solidFill>
                <a:effectLst/>
              </a:rPr>
              <a:t> for a given entity. For example, </a:t>
            </a:r>
            <a:r>
              <a:rPr lang="en-US" b="0" i="0" dirty="0" err="1">
                <a:solidFill>
                  <a:schemeClr val="accent1"/>
                </a:solidFill>
                <a:effectLst/>
              </a:rPr>
              <a:t>Phone_No</a:t>
            </a:r>
            <a:r>
              <a:rPr lang="en-US" b="0" i="0" dirty="0">
                <a:solidFill>
                  <a:schemeClr val="accent1"/>
                </a:solidFill>
                <a:effectLst/>
              </a:rPr>
              <a:t> (can be more than one for a given student). In ER diagram, multivalued attribute is represented by double oval. </a:t>
            </a:r>
          </a:p>
          <a:p>
            <a:pPr>
              <a:buAutoNum type="arabicPeriod"/>
            </a:pPr>
            <a:r>
              <a:rPr lang="en-US" b="1" i="0" dirty="0">
                <a:solidFill>
                  <a:schemeClr val="accent1"/>
                </a:solidFill>
                <a:effectLst/>
              </a:rPr>
              <a:t>Derived Attribute –</a:t>
            </a:r>
            <a:r>
              <a:rPr lang="en-US" b="0" i="0" dirty="0">
                <a:solidFill>
                  <a:schemeClr val="accent1"/>
                </a:solidFill>
                <a:effectLst/>
              </a:rPr>
              <a:t> </a:t>
            </a:r>
            <a:br>
              <a:rPr lang="en-US" b="0" i="0" dirty="0">
                <a:solidFill>
                  <a:schemeClr val="accent1"/>
                </a:solidFill>
                <a:effectLst/>
              </a:rPr>
            </a:br>
            <a:r>
              <a:rPr lang="en-US" b="0" i="0" dirty="0">
                <a:solidFill>
                  <a:schemeClr val="accent1"/>
                </a:solidFill>
                <a:effectLst/>
              </a:rPr>
              <a:t>An attribute which can be </a:t>
            </a:r>
            <a:r>
              <a:rPr lang="en-US" b="1" i="0" dirty="0">
                <a:solidFill>
                  <a:schemeClr val="accent1"/>
                </a:solidFill>
                <a:effectLst/>
              </a:rPr>
              <a:t>derived from other attributes</a:t>
            </a:r>
            <a:r>
              <a:rPr lang="en-US" b="0" i="0" dirty="0">
                <a:solidFill>
                  <a:schemeClr val="accent1"/>
                </a:solidFill>
                <a:effectLst/>
              </a:rPr>
              <a:t> of the entity type is known as derived attribute. e.g.; Age (can be derived from DOB). In ER diagram, derived attribute is represented by dashed oval. </a:t>
            </a:r>
          </a:p>
          <a:p>
            <a:pPr marL="0" indent="0">
              <a:buNone/>
            </a:pPr>
            <a:endParaRPr lang="en-IN" dirty="0">
              <a:solidFill>
                <a:schemeClr val="accent1"/>
              </a:solidFill>
            </a:endParaRPr>
          </a:p>
        </p:txBody>
      </p:sp>
      <p:pic>
        <p:nvPicPr>
          <p:cNvPr id="10242" name="Picture 2" descr="rno">
            <a:extLst>
              <a:ext uri="{FF2B5EF4-FFF2-40B4-BE49-F238E27FC236}">
                <a16:creationId xmlns:a16="http://schemas.microsoft.com/office/drawing/2014/main" id="{EB5D61F8-66DB-4316-AE0F-02F9C4FD4A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7228" y="449737"/>
            <a:ext cx="22098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er22">
            <a:extLst>
              <a:ext uri="{FF2B5EF4-FFF2-40B4-BE49-F238E27FC236}">
                <a16:creationId xmlns:a16="http://schemas.microsoft.com/office/drawing/2014/main" id="{A87A2CAF-3964-4BF5-8E47-6AC8F9E119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2257" y="1930400"/>
            <a:ext cx="3319743" cy="1099955"/>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pno">
            <a:extLst>
              <a:ext uri="{FF2B5EF4-FFF2-40B4-BE49-F238E27FC236}">
                <a16:creationId xmlns:a16="http://schemas.microsoft.com/office/drawing/2014/main" id="{6128B706-70B3-4364-A007-918282718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1978" y="3429000"/>
            <a:ext cx="2400300"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er6">
            <a:extLst>
              <a:ext uri="{FF2B5EF4-FFF2-40B4-BE49-F238E27FC236}">
                <a16:creationId xmlns:a16="http://schemas.microsoft.com/office/drawing/2014/main" id="{91F1D21A-B7BE-44F3-9412-57C6D6D4B4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7228" y="5100163"/>
            <a:ext cx="2209800" cy="116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368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C1FF-E9B7-40D9-B4A4-E9D0C58833FC}"/>
              </a:ext>
            </a:extLst>
          </p:cNvPr>
          <p:cNvSpPr>
            <a:spLocks noGrp="1"/>
          </p:cNvSpPr>
          <p:nvPr>
            <p:ph type="title"/>
          </p:nvPr>
        </p:nvSpPr>
        <p:spPr/>
        <p:txBody>
          <a:bodyPr/>
          <a:lstStyle/>
          <a:p>
            <a:r>
              <a:rPr lang="en-IN" dirty="0"/>
              <a:t>Different Types of Rel</a:t>
            </a:r>
            <a:r>
              <a:rPr lang="en-IN" b="0" i="0" dirty="0">
                <a:solidFill>
                  <a:schemeClr val="accent1"/>
                </a:solidFill>
                <a:effectLst/>
              </a:rPr>
              <a:t>ationships </a:t>
            </a:r>
            <a:endParaRPr lang="en-IN" dirty="0"/>
          </a:p>
        </p:txBody>
      </p:sp>
      <p:sp>
        <p:nvSpPr>
          <p:cNvPr id="3" name="Content Placeholder 2">
            <a:extLst>
              <a:ext uri="{FF2B5EF4-FFF2-40B4-BE49-F238E27FC236}">
                <a16:creationId xmlns:a16="http://schemas.microsoft.com/office/drawing/2014/main" id="{CAFD6414-EE06-4E11-9D5A-8AFCF17E8702}"/>
              </a:ext>
            </a:extLst>
          </p:cNvPr>
          <p:cNvSpPr>
            <a:spLocks noGrp="1"/>
          </p:cNvSpPr>
          <p:nvPr>
            <p:ph idx="1"/>
          </p:nvPr>
        </p:nvSpPr>
        <p:spPr>
          <a:xfrm>
            <a:off x="677334" y="2160589"/>
            <a:ext cx="8197725" cy="3880773"/>
          </a:xfrm>
        </p:spPr>
        <p:txBody>
          <a:bodyPr/>
          <a:lstStyle/>
          <a:p>
            <a:r>
              <a:rPr lang="en-US" b="0" i="0" dirty="0">
                <a:solidFill>
                  <a:schemeClr val="accent1"/>
                </a:solidFill>
                <a:effectLst/>
              </a:rPr>
              <a:t>A relationship type represents the </a:t>
            </a:r>
            <a:r>
              <a:rPr lang="en-US" b="1" i="0" dirty="0">
                <a:solidFill>
                  <a:schemeClr val="accent1"/>
                </a:solidFill>
                <a:effectLst/>
              </a:rPr>
              <a:t>association between entity types</a:t>
            </a:r>
            <a:r>
              <a:rPr lang="en-US" b="0" i="0" dirty="0">
                <a:solidFill>
                  <a:schemeClr val="accent1"/>
                </a:solidFill>
                <a:effectLst/>
              </a:rPr>
              <a:t>. For </a:t>
            </a:r>
            <a:r>
              <a:rPr lang="en-US" b="0" i="0" dirty="0" err="1">
                <a:solidFill>
                  <a:schemeClr val="accent1"/>
                </a:solidFill>
                <a:effectLst/>
              </a:rPr>
              <a:t>example,‘Enrolled</a:t>
            </a:r>
            <a:r>
              <a:rPr lang="en-US" b="0" i="0" dirty="0">
                <a:solidFill>
                  <a:schemeClr val="accent1"/>
                </a:solidFill>
                <a:effectLst/>
              </a:rPr>
              <a:t> in’ is a relationship type that exists between entity type Student and Course. In ER diagram, relationship type is represented by a diamond and connecting the entities with lines.</a:t>
            </a:r>
          </a:p>
          <a:p>
            <a:r>
              <a:rPr lang="en-US" b="0" i="0" dirty="0">
                <a:solidFill>
                  <a:schemeClr val="accent1"/>
                </a:solidFill>
                <a:effectLst/>
              </a:rPr>
              <a:t>A set of relationships of same type is known as relationship set. The following relationship set depicts S1 is enrolled in C2, S2 is enrolled in C1 and S3 is enrolled in C3.   </a:t>
            </a:r>
          </a:p>
          <a:p>
            <a:endParaRPr lang="en-IN" dirty="0">
              <a:solidFill>
                <a:schemeClr val="accent1"/>
              </a:solidFill>
            </a:endParaRPr>
          </a:p>
        </p:txBody>
      </p:sp>
      <p:pic>
        <p:nvPicPr>
          <p:cNvPr id="11266" name="Picture 2" descr="er8">
            <a:extLst>
              <a:ext uri="{FF2B5EF4-FFF2-40B4-BE49-F238E27FC236}">
                <a16:creationId xmlns:a16="http://schemas.microsoft.com/office/drawing/2014/main" id="{64B7AF53-02EF-4AC4-9E32-46AB4E466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3089" y="4933894"/>
            <a:ext cx="6142793" cy="114120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er9">
            <a:extLst>
              <a:ext uri="{FF2B5EF4-FFF2-40B4-BE49-F238E27FC236}">
                <a16:creationId xmlns:a16="http://schemas.microsoft.com/office/drawing/2014/main" id="{785D477B-27A7-455A-B540-23E9BD46B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4" y="4617021"/>
            <a:ext cx="3536078" cy="1774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256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77A918-559A-4B2D-9C7D-168CFFEC0C58}"/>
              </a:ext>
            </a:extLst>
          </p:cNvPr>
          <p:cNvSpPr>
            <a:spLocks noGrp="1"/>
          </p:cNvSpPr>
          <p:nvPr>
            <p:ph idx="1"/>
          </p:nvPr>
        </p:nvSpPr>
        <p:spPr>
          <a:xfrm>
            <a:off x="677334" y="313765"/>
            <a:ext cx="8314266" cy="6078070"/>
          </a:xfrm>
        </p:spPr>
        <p:txBody>
          <a:bodyPr>
            <a:normAutofit/>
          </a:bodyPr>
          <a:lstStyle/>
          <a:p>
            <a:r>
              <a:rPr lang="en-IN" dirty="0">
                <a:solidFill>
                  <a:schemeClr val="accent1"/>
                </a:solidFill>
              </a:rPr>
              <a:t>Degrees of rel</a:t>
            </a:r>
            <a:r>
              <a:rPr lang="en-US" b="0" i="0" dirty="0">
                <a:solidFill>
                  <a:schemeClr val="accent1"/>
                </a:solidFill>
                <a:effectLst/>
              </a:rPr>
              <a:t>ationship set:</a:t>
            </a:r>
          </a:p>
          <a:p>
            <a:pPr>
              <a:buFont typeface="+mj-lt"/>
              <a:buAutoNum type="arabicPeriod"/>
            </a:pPr>
            <a:r>
              <a:rPr lang="en-US" b="1" i="0" dirty="0">
                <a:solidFill>
                  <a:schemeClr val="accent1"/>
                </a:solidFill>
                <a:effectLst/>
              </a:rPr>
              <a:t> Unary Relationship –</a:t>
            </a:r>
            <a:r>
              <a:rPr lang="en-US" b="0" i="0" dirty="0">
                <a:solidFill>
                  <a:schemeClr val="accent1"/>
                </a:solidFill>
                <a:effectLst/>
              </a:rPr>
              <a:t> </a:t>
            </a:r>
            <a:br>
              <a:rPr lang="en-US" dirty="0">
                <a:solidFill>
                  <a:schemeClr val="accent1"/>
                </a:solidFill>
              </a:rPr>
            </a:br>
            <a:r>
              <a:rPr lang="en-US" b="0" i="0" dirty="0">
                <a:solidFill>
                  <a:schemeClr val="accent1"/>
                </a:solidFill>
                <a:effectLst/>
              </a:rPr>
              <a:t>When there is </a:t>
            </a:r>
            <a:r>
              <a:rPr lang="en-US" b="1" i="0" dirty="0">
                <a:solidFill>
                  <a:schemeClr val="accent1"/>
                </a:solidFill>
                <a:effectLst/>
              </a:rPr>
              <a:t>only ONE entity set participating in a relation</a:t>
            </a:r>
            <a:r>
              <a:rPr lang="en-US" b="0" i="0" dirty="0">
                <a:solidFill>
                  <a:schemeClr val="accent1"/>
                </a:solidFill>
                <a:effectLst/>
              </a:rPr>
              <a:t>, the relationship is called as unary relationship. For example, one person is married to only one person. </a:t>
            </a:r>
          </a:p>
          <a:p>
            <a:pPr>
              <a:buFont typeface="+mj-lt"/>
              <a:buAutoNum type="arabicPeriod"/>
            </a:pPr>
            <a:r>
              <a:rPr lang="en-US" b="1" i="0" dirty="0">
                <a:solidFill>
                  <a:schemeClr val="accent1"/>
                </a:solidFill>
                <a:effectLst/>
              </a:rPr>
              <a:t>Binary Relationship –</a:t>
            </a:r>
            <a:r>
              <a:rPr lang="en-US" b="0" i="0" dirty="0">
                <a:solidFill>
                  <a:schemeClr val="accent1"/>
                </a:solidFill>
                <a:effectLst/>
              </a:rPr>
              <a:t> </a:t>
            </a:r>
            <a:br>
              <a:rPr lang="en-US" dirty="0">
                <a:solidFill>
                  <a:schemeClr val="accent1"/>
                </a:solidFill>
              </a:rPr>
            </a:br>
            <a:r>
              <a:rPr lang="en-US" b="0" i="0" dirty="0">
                <a:solidFill>
                  <a:schemeClr val="accent1"/>
                </a:solidFill>
                <a:effectLst/>
              </a:rPr>
              <a:t>When there are </a:t>
            </a:r>
            <a:r>
              <a:rPr lang="en-US" b="1" i="0" dirty="0">
                <a:solidFill>
                  <a:schemeClr val="accent1"/>
                </a:solidFill>
                <a:effectLst/>
              </a:rPr>
              <a:t>TWO entities set participating in a relation</a:t>
            </a:r>
            <a:r>
              <a:rPr lang="en-US" b="0" i="0" dirty="0">
                <a:solidFill>
                  <a:schemeClr val="accent1"/>
                </a:solidFill>
                <a:effectLst/>
              </a:rPr>
              <a:t>, the relationship is called as binary </a:t>
            </a:r>
            <a:r>
              <a:rPr lang="en-US" b="0" i="0" dirty="0" err="1">
                <a:solidFill>
                  <a:schemeClr val="accent1"/>
                </a:solidFill>
                <a:effectLst/>
              </a:rPr>
              <a:t>relationship.For</a:t>
            </a:r>
            <a:r>
              <a:rPr lang="en-US" b="0" i="0" dirty="0">
                <a:solidFill>
                  <a:schemeClr val="accent1"/>
                </a:solidFill>
                <a:effectLst/>
              </a:rPr>
              <a:t> example, Student is enrolled in Course. </a:t>
            </a:r>
          </a:p>
        </p:txBody>
      </p:sp>
      <p:pic>
        <p:nvPicPr>
          <p:cNvPr id="12292" name="Picture 4" descr="er10">
            <a:extLst>
              <a:ext uri="{FF2B5EF4-FFF2-40B4-BE49-F238E27FC236}">
                <a16:creationId xmlns:a16="http://schemas.microsoft.com/office/drawing/2014/main" id="{A5F45BD9-E6BA-499D-B921-5C1526D93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4410" y="1434353"/>
            <a:ext cx="3577590" cy="1180236"/>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er11">
            <a:extLst>
              <a:ext uri="{FF2B5EF4-FFF2-40B4-BE49-F238E27FC236}">
                <a16:creationId xmlns:a16="http://schemas.microsoft.com/office/drawing/2014/main" id="{F3B06DA9-482B-43D7-B30B-E24C24E25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2955" y="3352800"/>
            <a:ext cx="4826090" cy="89659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er20">
            <a:extLst>
              <a:ext uri="{FF2B5EF4-FFF2-40B4-BE49-F238E27FC236}">
                <a16:creationId xmlns:a16="http://schemas.microsoft.com/office/drawing/2014/main" id="{1621C145-543D-458D-B9DB-8BD4DE47B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334" y="5056094"/>
            <a:ext cx="5566328" cy="896590"/>
          </a:xfrm>
          <a:prstGeom prst="rect">
            <a:avLst/>
          </a:prstGeom>
          <a:noFill/>
          <a:extLst>
            <a:ext uri="{909E8E84-426E-40DD-AFC4-6F175D3DCCD1}">
              <a14:hiddenFill xmlns:a14="http://schemas.microsoft.com/office/drawing/2010/main">
                <a:solidFill>
                  <a:srgbClr val="FFFFFF"/>
                </a:solidFill>
              </a14:hiddenFill>
            </a:ext>
          </a:extLst>
        </p:spPr>
      </p:pic>
      <p:pic>
        <p:nvPicPr>
          <p:cNvPr id="12298" name="Picture 10" descr="er12">
            <a:extLst>
              <a:ext uri="{FF2B5EF4-FFF2-40B4-BE49-F238E27FC236}">
                <a16:creationId xmlns:a16="http://schemas.microsoft.com/office/drawing/2014/main" id="{423B3E8B-EB15-451E-9A17-04A16B9CE1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4831" y="4591688"/>
            <a:ext cx="3636581" cy="1825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383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832BD6-9FAB-44C7-8DE8-AB8B9E8364D7}"/>
              </a:ext>
            </a:extLst>
          </p:cNvPr>
          <p:cNvSpPr>
            <a:spLocks noGrp="1"/>
          </p:cNvSpPr>
          <p:nvPr>
            <p:ph idx="1"/>
          </p:nvPr>
        </p:nvSpPr>
        <p:spPr>
          <a:xfrm>
            <a:off x="677334" y="295836"/>
            <a:ext cx="7892925" cy="5325036"/>
          </a:xfrm>
        </p:spPr>
        <p:txBody>
          <a:bodyPr>
            <a:normAutofit fontScale="92500" lnSpcReduction="20000"/>
          </a:bodyPr>
          <a:lstStyle/>
          <a:p>
            <a:pPr fontAlgn="base"/>
            <a:r>
              <a:rPr lang="en-US" b="1" i="0" dirty="0">
                <a:solidFill>
                  <a:schemeClr val="accent1"/>
                </a:solidFill>
                <a:effectLst/>
              </a:rPr>
              <a:t>n-</a:t>
            </a:r>
            <a:r>
              <a:rPr lang="en-US" b="1" i="0" dirty="0" err="1">
                <a:solidFill>
                  <a:schemeClr val="accent1"/>
                </a:solidFill>
                <a:effectLst/>
              </a:rPr>
              <a:t>ary</a:t>
            </a:r>
            <a:r>
              <a:rPr lang="en-US" b="1" i="0" dirty="0">
                <a:solidFill>
                  <a:schemeClr val="accent1"/>
                </a:solidFill>
                <a:effectLst/>
              </a:rPr>
              <a:t> Relationship –</a:t>
            </a:r>
            <a:r>
              <a:rPr lang="en-US" b="0" i="0" dirty="0">
                <a:solidFill>
                  <a:schemeClr val="accent1"/>
                </a:solidFill>
                <a:effectLst/>
              </a:rPr>
              <a:t> </a:t>
            </a:r>
            <a:br>
              <a:rPr lang="en-US" dirty="0">
                <a:solidFill>
                  <a:schemeClr val="accent1"/>
                </a:solidFill>
              </a:rPr>
            </a:br>
            <a:r>
              <a:rPr lang="en-US" b="0" i="0" dirty="0">
                <a:solidFill>
                  <a:schemeClr val="accent1"/>
                </a:solidFill>
                <a:effectLst/>
              </a:rPr>
              <a:t>When there are n entities set participating in a relation, the relationship is called as n-</a:t>
            </a:r>
            <a:r>
              <a:rPr lang="en-US" b="0" i="0" dirty="0" err="1">
                <a:solidFill>
                  <a:schemeClr val="accent1"/>
                </a:solidFill>
                <a:effectLst/>
              </a:rPr>
              <a:t>ary</a:t>
            </a:r>
            <a:r>
              <a:rPr lang="en-US" b="0" i="0" dirty="0">
                <a:solidFill>
                  <a:schemeClr val="accent1"/>
                </a:solidFill>
                <a:effectLst/>
              </a:rPr>
              <a:t> relationship. </a:t>
            </a:r>
            <a:endParaRPr lang="en-US" dirty="0">
              <a:solidFill>
                <a:schemeClr val="accent1"/>
              </a:solidFill>
            </a:endParaRPr>
          </a:p>
          <a:p>
            <a:pPr algn="l" fontAlgn="base">
              <a:buFont typeface="Arial" panose="020B0604020202020204" pitchFamily="34" charset="0"/>
              <a:buChar char="•"/>
            </a:pPr>
            <a:r>
              <a:rPr lang="en-US" dirty="0">
                <a:solidFill>
                  <a:schemeClr val="accent1"/>
                </a:solidFill>
              </a:rPr>
              <a:t>Cardinality: </a:t>
            </a:r>
          </a:p>
          <a:p>
            <a:pPr algn="l" fontAlgn="base"/>
            <a:r>
              <a:rPr lang="en-US" dirty="0">
                <a:solidFill>
                  <a:schemeClr val="accent1"/>
                </a:solidFill>
              </a:rPr>
              <a:t>The number of times an entity of an entity set participates in a relationship set is known as cardinality. Cardinality can be of different types: </a:t>
            </a:r>
          </a:p>
          <a:p>
            <a:pPr algn="l" fontAlgn="base">
              <a:buFont typeface="+mj-lt"/>
              <a:buAutoNum type="arabicPeriod"/>
            </a:pPr>
            <a:r>
              <a:rPr lang="en-US" b="1" i="0" dirty="0">
                <a:solidFill>
                  <a:schemeClr val="accent1"/>
                </a:solidFill>
                <a:effectLst/>
              </a:rPr>
              <a:t>One to one –</a:t>
            </a:r>
            <a:r>
              <a:rPr lang="en-US" b="0" i="0" dirty="0">
                <a:solidFill>
                  <a:schemeClr val="accent1"/>
                </a:solidFill>
                <a:effectLst/>
              </a:rPr>
              <a:t> When each entity in each entity set can take part </a:t>
            </a:r>
            <a:r>
              <a:rPr lang="en-US" b="1" i="0" dirty="0">
                <a:solidFill>
                  <a:schemeClr val="accent1"/>
                </a:solidFill>
                <a:effectLst/>
              </a:rPr>
              <a:t>only once in the relationship</a:t>
            </a:r>
            <a:r>
              <a:rPr lang="en-US" b="0" i="0" dirty="0">
                <a:solidFill>
                  <a:schemeClr val="accent1"/>
                </a:solidFill>
                <a:effectLst/>
              </a:rPr>
              <a:t>, the cardinality is one to one. Let us assume that a male can marry to one female and a female can marry to one male. So the relationship will be one to one. </a:t>
            </a:r>
          </a:p>
          <a:p>
            <a:pPr algn="l" fontAlgn="base">
              <a:buFont typeface="+mj-lt"/>
              <a:buAutoNum type="arabicPeriod"/>
            </a:pPr>
            <a:r>
              <a:rPr lang="en-US" b="1" i="0" dirty="0">
                <a:solidFill>
                  <a:schemeClr val="accent1"/>
                </a:solidFill>
                <a:effectLst/>
              </a:rPr>
              <a:t>Many to one –</a:t>
            </a:r>
            <a:r>
              <a:rPr lang="en-US" b="0" i="0" dirty="0">
                <a:solidFill>
                  <a:schemeClr val="accent1"/>
                </a:solidFill>
                <a:effectLst/>
              </a:rPr>
              <a:t> When entities in one entity set </a:t>
            </a:r>
            <a:r>
              <a:rPr lang="en-US" b="1" i="0" dirty="0">
                <a:solidFill>
                  <a:schemeClr val="accent1"/>
                </a:solidFill>
                <a:effectLst/>
              </a:rPr>
              <a:t>can take part only once in the relationship set and entities in other entity set can take part more than once in the relationship set,</a:t>
            </a:r>
            <a:r>
              <a:rPr lang="en-US" b="0" i="0" dirty="0">
                <a:solidFill>
                  <a:schemeClr val="accent1"/>
                </a:solidFill>
                <a:effectLst/>
              </a:rPr>
              <a:t> cardinality is many to one. Let us assume that a student can take only one course but one course can be taken by many students. So the cardinality will be n to 1. It means that for one course there can be n students but for one student, there will be only one course. </a:t>
            </a:r>
          </a:p>
          <a:p>
            <a:pPr algn="l" fontAlgn="base">
              <a:buFont typeface="+mj-lt"/>
              <a:buAutoNum type="arabicPeriod"/>
            </a:pPr>
            <a:r>
              <a:rPr lang="en-US" b="1" i="0" dirty="0">
                <a:solidFill>
                  <a:schemeClr val="accent1"/>
                </a:solidFill>
                <a:effectLst/>
              </a:rPr>
              <a:t>Many to many –</a:t>
            </a:r>
            <a:r>
              <a:rPr lang="en-US" b="0" i="0" dirty="0">
                <a:solidFill>
                  <a:schemeClr val="accent1"/>
                </a:solidFill>
                <a:effectLst/>
              </a:rPr>
              <a:t> When entities in all entity sets can </a:t>
            </a:r>
            <a:r>
              <a:rPr lang="en-US" b="1" i="0" dirty="0">
                <a:solidFill>
                  <a:schemeClr val="accent1"/>
                </a:solidFill>
                <a:effectLst/>
              </a:rPr>
              <a:t>take part more than once in the relationship</a:t>
            </a:r>
            <a:r>
              <a:rPr lang="en-US" b="0" i="0" dirty="0">
                <a:solidFill>
                  <a:schemeClr val="accent1"/>
                </a:solidFill>
                <a:effectLst/>
              </a:rPr>
              <a:t> cardinality is many to many. Let us assume that a student can take more than one course and one course can be taken by many students. So the relationship will be many to many. </a:t>
            </a:r>
            <a:endParaRPr lang="en-US" dirty="0">
              <a:solidFill>
                <a:schemeClr val="accent1"/>
              </a:solidFill>
            </a:endParaRPr>
          </a:p>
          <a:p>
            <a:endParaRPr lang="en-IN" dirty="0"/>
          </a:p>
        </p:txBody>
      </p:sp>
      <p:pic>
        <p:nvPicPr>
          <p:cNvPr id="4" name="Picture 12" descr="ernew">
            <a:extLst>
              <a:ext uri="{FF2B5EF4-FFF2-40B4-BE49-F238E27FC236}">
                <a16:creationId xmlns:a16="http://schemas.microsoft.com/office/drawing/2014/main" id="{320ABADB-28E4-46E1-B274-F78BE00DC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6495" y="788337"/>
            <a:ext cx="4686451" cy="8706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descr="er14">
            <a:extLst>
              <a:ext uri="{FF2B5EF4-FFF2-40B4-BE49-F238E27FC236}">
                <a16:creationId xmlns:a16="http://schemas.microsoft.com/office/drawing/2014/main" id="{40567FD4-A959-467D-AED4-0CE3EFA11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1225" y="2108021"/>
            <a:ext cx="2717627" cy="165436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n2">
            <a:extLst>
              <a:ext uri="{FF2B5EF4-FFF2-40B4-BE49-F238E27FC236}">
                <a16:creationId xmlns:a16="http://schemas.microsoft.com/office/drawing/2014/main" id="{551DA5FF-3C9A-4F83-AB58-6A9B8F87B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334" y="5720135"/>
            <a:ext cx="4881210" cy="93078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8" descr="er16">
            <a:extLst>
              <a:ext uri="{FF2B5EF4-FFF2-40B4-BE49-F238E27FC236}">
                <a16:creationId xmlns:a16="http://schemas.microsoft.com/office/drawing/2014/main" id="{1938762D-A3FA-4704-B975-E9C0E53231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89860" y="4604018"/>
            <a:ext cx="3340775" cy="2033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58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F776E-E4F1-4312-AB8B-61060D10E49D}"/>
              </a:ext>
            </a:extLst>
          </p:cNvPr>
          <p:cNvSpPr>
            <a:spLocks noGrp="1"/>
          </p:cNvSpPr>
          <p:nvPr>
            <p:ph type="title"/>
          </p:nvPr>
        </p:nvSpPr>
        <p:spPr/>
        <p:txBody>
          <a:bodyPr/>
          <a:lstStyle/>
          <a:p>
            <a:pPr algn="ctr"/>
            <a:r>
              <a:rPr lang="en-IN" dirty="0"/>
              <a:t>We</a:t>
            </a:r>
            <a:r>
              <a:rPr lang="en-US" b="0" i="0" dirty="0" err="1">
                <a:solidFill>
                  <a:schemeClr val="accent1"/>
                </a:solidFill>
                <a:effectLst/>
              </a:rPr>
              <a:t>ak</a:t>
            </a:r>
            <a:r>
              <a:rPr lang="en-US" b="0" i="0" dirty="0">
                <a:solidFill>
                  <a:schemeClr val="accent1"/>
                </a:solidFill>
                <a:effectLst/>
              </a:rPr>
              <a:t> Entity Type</a:t>
            </a:r>
            <a:endParaRPr lang="en-IN" dirty="0"/>
          </a:p>
        </p:txBody>
      </p:sp>
      <p:sp>
        <p:nvSpPr>
          <p:cNvPr id="3" name="Content Placeholder 2">
            <a:extLst>
              <a:ext uri="{FF2B5EF4-FFF2-40B4-BE49-F238E27FC236}">
                <a16:creationId xmlns:a16="http://schemas.microsoft.com/office/drawing/2014/main" id="{9B509A10-3D78-4CE3-9A22-35FE3C3EC0CC}"/>
              </a:ext>
            </a:extLst>
          </p:cNvPr>
          <p:cNvSpPr>
            <a:spLocks noGrp="1"/>
          </p:cNvSpPr>
          <p:nvPr>
            <p:ph idx="1"/>
          </p:nvPr>
        </p:nvSpPr>
        <p:spPr/>
        <p:txBody>
          <a:bodyPr>
            <a:normAutofit/>
          </a:bodyPr>
          <a:lstStyle/>
          <a:p>
            <a:pPr algn="l" fontAlgn="base"/>
            <a:r>
              <a:rPr lang="en-US" b="0" i="0" dirty="0">
                <a:solidFill>
                  <a:schemeClr val="accent1"/>
                </a:solidFill>
                <a:effectLst/>
              </a:rPr>
              <a:t>As discussed before, an entity type has a key attribute which uniquely identifies each entity in the entity set. But there exists </a:t>
            </a:r>
            <a:r>
              <a:rPr lang="en-US" b="1" i="0" dirty="0">
                <a:solidFill>
                  <a:schemeClr val="accent1"/>
                </a:solidFill>
                <a:effectLst/>
              </a:rPr>
              <a:t>some entity type for which key attribute can’t be defined</a:t>
            </a:r>
            <a:r>
              <a:rPr lang="en-US" b="0" i="0" dirty="0">
                <a:solidFill>
                  <a:schemeClr val="accent1"/>
                </a:solidFill>
                <a:effectLst/>
              </a:rPr>
              <a:t>. These are called Weak Entity type. </a:t>
            </a:r>
          </a:p>
          <a:p>
            <a:pPr algn="l" fontAlgn="base"/>
            <a:r>
              <a:rPr lang="en-US" b="0" i="0" dirty="0">
                <a:solidFill>
                  <a:schemeClr val="accent1"/>
                </a:solidFill>
                <a:effectLst/>
              </a:rPr>
              <a:t>For example, A company may store the information of dependents (Parents, Children, Spouse) of an Employee. But the dependents don’t have existence without the employee. So Dependent will be weak entity type and Employee will be Identifying Entity type for Dependent. </a:t>
            </a:r>
          </a:p>
          <a:p>
            <a:pPr algn="l" fontAlgn="base"/>
            <a:r>
              <a:rPr lang="en-US" b="0" i="0" dirty="0">
                <a:solidFill>
                  <a:schemeClr val="accent1"/>
                </a:solidFill>
                <a:effectLst/>
              </a:rPr>
              <a:t>A weak entity type is represented by a double rectangle. The participation of weak entity type is always total. The relationship between weak entity type and its identifying strong entity type is called identifying relationship and it is represented by double diamond. </a:t>
            </a:r>
            <a:br>
              <a:rPr lang="en-US" dirty="0">
                <a:solidFill>
                  <a:schemeClr val="accent1"/>
                </a:solidFill>
              </a:rPr>
            </a:br>
            <a:endParaRPr lang="en-IN" dirty="0">
              <a:solidFill>
                <a:schemeClr val="accent1"/>
              </a:solidFill>
            </a:endParaRPr>
          </a:p>
        </p:txBody>
      </p:sp>
      <p:pic>
        <p:nvPicPr>
          <p:cNvPr id="13314" name="Picture 2">
            <a:extLst>
              <a:ext uri="{FF2B5EF4-FFF2-40B4-BE49-F238E27FC236}">
                <a16:creationId xmlns:a16="http://schemas.microsoft.com/office/drawing/2014/main" id="{B56F0AA5-3619-4B23-B292-7DCDCCB73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8155" y="5231747"/>
            <a:ext cx="59150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78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F0ED-958E-48F8-83EB-D4088E13A2E2}"/>
              </a:ext>
            </a:extLst>
          </p:cNvPr>
          <p:cNvSpPr>
            <a:spLocks noGrp="1"/>
          </p:cNvSpPr>
          <p:nvPr>
            <p:ph type="title"/>
          </p:nvPr>
        </p:nvSpPr>
        <p:spPr/>
        <p:txBody>
          <a:bodyPr/>
          <a:lstStyle/>
          <a:p>
            <a:pPr algn="ctr"/>
            <a:r>
              <a:rPr lang="en-IN" dirty="0" err="1"/>
              <a:t>Referenti</a:t>
            </a:r>
            <a:r>
              <a:rPr lang="en-US" b="0" i="0" dirty="0">
                <a:solidFill>
                  <a:schemeClr val="accent1"/>
                </a:solidFill>
                <a:effectLst/>
              </a:rPr>
              <a:t>al Integrity</a:t>
            </a:r>
            <a:endParaRPr lang="en-IN" dirty="0"/>
          </a:p>
        </p:txBody>
      </p:sp>
      <p:sp>
        <p:nvSpPr>
          <p:cNvPr id="3" name="Content Placeholder 2">
            <a:extLst>
              <a:ext uri="{FF2B5EF4-FFF2-40B4-BE49-F238E27FC236}">
                <a16:creationId xmlns:a16="http://schemas.microsoft.com/office/drawing/2014/main" id="{231F757A-B422-487F-AA4D-5F6C7615B38E}"/>
              </a:ext>
            </a:extLst>
          </p:cNvPr>
          <p:cNvSpPr>
            <a:spLocks noGrp="1"/>
          </p:cNvSpPr>
          <p:nvPr>
            <p:ph idx="1"/>
          </p:nvPr>
        </p:nvSpPr>
        <p:spPr/>
        <p:txBody>
          <a:bodyPr/>
          <a:lstStyle/>
          <a:p>
            <a:r>
              <a:rPr lang="en-US" b="0" i="0" dirty="0">
                <a:solidFill>
                  <a:schemeClr val="accent1"/>
                </a:solidFill>
                <a:effectLst/>
              </a:rPr>
              <a:t>Referential integrity is a property of data stating that all its references are valid. In the context of relational databases, it requires that if a value of one attribute of a relation references a value of another attribute, then the referenced value must exist.</a:t>
            </a:r>
          </a:p>
          <a:p>
            <a:r>
              <a:rPr lang="en-US" b="0" i="0" dirty="0">
                <a:solidFill>
                  <a:schemeClr val="accent1"/>
                </a:solidFill>
                <a:effectLst/>
              </a:rPr>
              <a:t>It refers to </a:t>
            </a:r>
            <a:r>
              <a:rPr lang="en-US" b="1" i="0" dirty="0">
                <a:solidFill>
                  <a:schemeClr val="accent1"/>
                </a:solidFill>
                <a:effectLst/>
              </a:rPr>
              <a:t>the relationship between tables</a:t>
            </a:r>
            <a:r>
              <a:rPr lang="en-US" b="0" i="0" dirty="0">
                <a:solidFill>
                  <a:schemeClr val="accent1"/>
                </a:solidFill>
                <a:effectLst/>
              </a:rPr>
              <a:t>. Because each table in a database must have a primary key, this primary key can appear in other tables because of its relationship to data within those tables</a:t>
            </a:r>
            <a:endParaRPr lang="en-IN" dirty="0">
              <a:solidFill>
                <a:schemeClr val="accent1"/>
              </a:solidFill>
            </a:endParaRPr>
          </a:p>
        </p:txBody>
      </p:sp>
      <p:pic>
        <p:nvPicPr>
          <p:cNvPr id="15362" name="Picture 2" descr="What is Referential Integrity?">
            <a:extLst>
              <a:ext uri="{FF2B5EF4-FFF2-40B4-BE49-F238E27FC236}">
                <a16:creationId xmlns:a16="http://schemas.microsoft.com/office/drawing/2014/main" id="{B2666C76-91F8-4C12-819A-9FED4339B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029" y="4462939"/>
            <a:ext cx="4263278" cy="2063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427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A891-2F2C-42E1-925C-9B46F68B74F4}"/>
              </a:ext>
            </a:extLst>
          </p:cNvPr>
          <p:cNvSpPr>
            <a:spLocks noGrp="1"/>
          </p:cNvSpPr>
          <p:nvPr>
            <p:ph type="title"/>
          </p:nvPr>
        </p:nvSpPr>
        <p:spPr/>
        <p:txBody>
          <a:bodyPr/>
          <a:lstStyle/>
          <a:p>
            <a:pPr algn="ctr"/>
            <a:r>
              <a:rPr lang="en-IN" dirty="0"/>
              <a:t>ER Di</a:t>
            </a:r>
            <a:r>
              <a:rPr lang="en-US" b="1" i="0" dirty="0">
                <a:solidFill>
                  <a:schemeClr val="accent1"/>
                </a:solidFill>
                <a:effectLst/>
              </a:rPr>
              <a:t>agram of a library database management system </a:t>
            </a:r>
            <a:endParaRPr lang="en-IN" dirty="0"/>
          </a:p>
        </p:txBody>
      </p:sp>
      <p:sp>
        <p:nvSpPr>
          <p:cNvPr id="3" name="Content Placeholder 2">
            <a:extLst>
              <a:ext uri="{FF2B5EF4-FFF2-40B4-BE49-F238E27FC236}">
                <a16:creationId xmlns:a16="http://schemas.microsoft.com/office/drawing/2014/main" id="{62CFAE31-7A49-4493-83E2-CB1F7D9A75A2}"/>
              </a:ext>
            </a:extLst>
          </p:cNvPr>
          <p:cNvSpPr>
            <a:spLocks noGrp="1"/>
          </p:cNvSpPr>
          <p:nvPr>
            <p:ph idx="1"/>
          </p:nvPr>
        </p:nvSpPr>
        <p:spPr>
          <a:xfrm>
            <a:off x="784911" y="1930400"/>
            <a:ext cx="8596668" cy="3880773"/>
          </a:xfrm>
        </p:spPr>
        <p:txBody>
          <a:bodyPr>
            <a:normAutofit fontScale="77500" lnSpcReduction="20000"/>
          </a:bodyPr>
          <a:lstStyle/>
          <a:p>
            <a:pPr algn="l" fontAlgn="base"/>
            <a:r>
              <a:rPr lang="en-US" b="0" i="0" dirty="0">
                <a:solidFill>
                  <a:schemeClr val="accent1"/>
                </a:solidFill>
                <a:effectLst/>
              </a:rPr>
              <a:t>The Library Management System database keeps track of readers with the following considerations –</a:t>
            </a:r>
          </a:p>
          <a:p>
            <a:pPr algn="l" fontAlgn="base">
              <a:buFont typeface="Arial" panose="020B0604020202020204" pitchFamily="34" charset="0"/>
              <a:buChar char="•"/>
            </a:pPr>
            <a:r>
              <a:rPr lang="en-US" b="0" i="0" dirty="0">
                <a:solidFill>
                  <a:schemeClr val="accent1"/>
                </a:solidFill>
                <a:effectLst/>
              </a:rPr>
              <a:t>The system keeps track of the staff with a single point authentication system comprising login Id and password.</a:t>
            </a:r>
          </a:p>
          <a:p>
            <a:pPr algn="l" fontAlgn="base">
              <a:buFont typeface="Arial" panose="020B0604020202020204" pitchFamily="34" charset="0"/>
              <a:buChar char="•"/>
            </a:pPr>
            <a:r>
              <a:rPr lang="en-US" b="0" i="0" dirty="0">
                <a:solidFill>
                  <a:schemeClr val="accent1"/>
                </a:solidFill>
                <a:effectLst/>
              </a:rPr>
              <a:t>Staff maintains the book catalog with its ISBN, Book title, price(in INR), category(novel, general, story), edition, author Number and details.</a:t>
            </a:r>
          </a:p>
          <a:p>
            <a:pPr algn="l" fontAlgn="base">
              <a:buFont typeface="Arial" panose="020B0604020202020204" pitchFamily="34" charset="0"/>
              <a:buChar char="•"/>
            </a:pPr>
            <a:r>
              <a:rPr lang="en-US" b="0" i="0" dirty="0">
                <a:solidFill>
                  <a:schemeClr val="accent1"/>
                </a:solidFill>
                <a:effectLst/>
              </a:rPr>
              <a:t>A publisher has publisher Id, Year when the book was published, and name of the book.</a:t>
            </a:r>
          </a:p>
          <a:p>
            <a:pPr algn="l" fontAlgn="base">
              <a:buFont typeface="Arial" panose="020B0604020202020204" pitchFamily="34" charset="0"/>
              <a:buChar char="•"/>
            </a:pPr>
            <a:r>
              <a:rPr lang="en-US" b="0" i="0" dirty="0">
                <a:solidFill>
                  <a:schemeClr val="accent1"/>
                </a:solidFill>
                <a:effectLst/>
              </a:rPr>
              <a:t>Readers are registered with their user_id, email, name (first name, last name), Phone no (multiple entries allowed), communication address. The staff keeps track of readers.</a:t>
            </a:r>
          </a:p>
          <a:p>
            <a:pPr algn="l" fontAlgn="base">
              <a:buFont typeface="Arial" panose="020B0604020202020204" pitchFamily="34" charset="0"/>
              <a:buChar char="•"/>
            </a:pPr>
            <a:r>
              <a:rPr lang="en-US" b="0" i="0" dirty="0">
                <a:solidFill>
                  <a:schemeClr val="accent1"/>
                </a:solidFill>
                <a:effectLst/>
              </a:rPr>
              <a:t>Readers can return/reserve books that stamps with issue date and return date. If not returned within the prescribed time period, it may have a due date too.</a:t>
            </a:r>
          </a:p>
          <a:p>
            <a:pPr algn="l" fontAlgn="base">
              <a:buFont typeface="Arial" panose="020B0604020202020204" pitchFamily="34" charset="0"/>
              <a:buChar char="•"/>
            </a:pPr>
            <a:r>
              <a:rPr lang="en-US" b="0" i="0" dirty="0">
                <a:solidFill>
                  <a:schemeClr val="accent1"/>
                </a:solidFill>
                <a:effectLst/>
              </a:rPr>
              <a:t>Staff also generate reports that has readers id, registration no of report, book no and return/issue info.</a:t>
            </a:r>
          </a:p>
          <a:p>
            <a:r>
              <a:rPr lang="en-US" b="0" i="0" dirty="0">
                <a:solidFill>
                  <a:schemeClr val="accent1"/>
                </a:solidFill>
                <a:effectLst/>
              </a:rPr>
              <a:t>This Library ER diagram illustrates key information about the Library, including entities such as staff, readers, books, publishers, reports, and authentication system. It allows for understanding the relationships between entities.</a:t>
            </a:r>
            <a:br>
              <a:rPr lang="en-US" b="0" i="0" u="sng" dirty="0">
                <a:solidFill>
                  <a:schemeClr val="accent1"/>
                </a:solidFill>
                <a:effectLst/>
                <a:hlinkClick r:id="rId2">
                  <a:extLst>
                    <a:ext uri="{A12FA001-AC4F-418D-AE19-62706E023703}">
                      <ahyp:hlinkClr xmlns:ahyp="http://schemas.microsoft.com/office/drawing/2018/hyperlinkcolor" val="tx"/>
                    </a:ext>
                  </a:extLst>
                </a:hlinkClick>
              </a:rPr>
            </a:br>
            <a:endParaRPr lang="en-IN" dirty="0">
              <a:solidFill>
                <a:schemeClr val="accent1"/>
              </a:solidFill>
            </a:endParaRPr>
          </a:p>
        </p:txBody>
      </p:sp>
      <p:sp>
        <p:nvSpPr>
          <p:cNvPr id="6" name="AutoShape 6" descr="E-R Diagram of Library Management System | Creately">
            <a:extLst>
              <a:ext uri="{FF2B5EF4-FFF2-40B4-BE49-F238E27FC236}">
                <a16:creationId xmlns:a16="http://schemas.microsoft.com/office/drawing/2014/main" id="{960E82CF-E142-406D-9E37-31EE856A6EEC}"/>
              </a:ext>
            </a:extLst>
          </p:cNvPr>
          <p:cNvSpPr>
            <a:spLocks noChangeAspect="1" noChangeArrowheads="1"/>
          </p:cNvSpPr>
          <p:nvPr/>
        </p:nvSpPr>
        <p:spPr bwMode="auto">
          <a:xfrm>
            <a:off x="5961528" y="3249705"/>
            <a:ext cx="3639671" cy="1981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643589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04998EE4-BD8F-44F2-A1A7-90E5038E0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985" y="170329"/>
            <a:ext cx="8484982" cy="6687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83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3F2D-738D-4235-97B7-58CC41803FFC}"/>
              </a:ext>
            </a:extLst>
          </p:cNvPr>
          <p:cNvSpPr>
            <a:spLocks noGrp="1"/>
          </p:cNvSpPr>
          <p:nvPr>
            <p:ph type="title"/>
          </p:nvPr>
        </p:nvSpPr>
        <p:spPr/>
        <p:txBody>
          <a:bodyPr/>
          <a:lstStyle/>
          <a:p>
            <a:r>
              <a:rPr lang="en-IN" dirty="0"/>
              <a:t>Norm</a:t>
            </a:r>
            <a:r>
              <a:rPr lang="en-US" b="1" i="0" dirty="0">
                <a:solidFill>
                  <a:schemeClr val="accent1"/>
                </a:solidFill>
                <a:effectLst/>
              </a:rPr>
              <a:t>al Forms in DMBS</a:t>
            </a:r>
            <a:endParaRPr lang="en-IN" dirty="0"/>
          </a:p>
        </p:txBody>
      </p:sp>
      <p:sp>
        <p:nvSpPr>
          <p:cNvPr id="3" name="Content Placeholder 2">
            <a:extLst>
              <a:ext uri="{FF2B5EF4-FFF2-40B4-BE49-F238E27FC236}">
                <a16:creationId xmlns:a16="http://schemas.microsoft.com/office/drawing/2014/main" id="{3E64F796-FB90-4780-A5F1-CF0AE0511BDB}"/>
              </a:ext>
            </a:extLst>
          </p:cNvPr>
          <p:cNvSpPr>
            <a:spLocks noGrp="1"/>
          </p:cNvSpPr>
          <p:nvPr>
            <p:ph idx="1"/>
          </p:nvPr>
        </p:nvSpPr>
        <p:spPr/>
        <p:txBody>
          <a:bodyPr/>
          <a:lstStyle/>
          <a:p>
            <a:r>
              <a:rPr lang="en-US" b="1" i="0" dirty="0">
                <a:solidFill>
                  <a:schemeClr val="accent1"/>
                </a:solidFill>
                <a:effectLst/>
              </a:rPr>
              <a:t>Normalization</a:t>
            </a:r>
            <a:r>
              <a:rPr lang="en-US" b="0" i="0" dirty="0">
                <a:solidFill>
                  <a:schemeClr val="accent1"/>
                </a:solidFill>
                <a:effectLst/>
              </a:rPr>
              <a:t> is the process of minimizing </a:t>
            </a:r>
            <a:r>
              <a:rPr lang="en-US" b="1" i="0" dirty="0">
                <a:solidFill>
                  <a:schemeClr val="accent1"/>
                </a:solidFill>
                <a:effectLst/>
              </a:rPr>
              <a:t>redundancy</a:t>
            </a:r>
            <a:r>
              <a:rPr lang="en-US" b="0" i="0" dirty="0">
                <a:solidFill>
                  <a:schemeClr val="accent1"/>
                </a:solidFill>
                <a:effectLst/>
              </a:rPr>
              <a:t> from a relation or set of relations. Redundancy in relation may cause insertion, deletion, and update anomalies. So, it helps to minimize the redundancy in relations. </a:t>
            </a:r>
            <a:r>
              <a:rPr lang="en-US" b="1" i="0" dirty="0">
                <a:solidFill>
                  <a:schemeClr val="accent1"/>
                </a:solidFill>
                <a:effectLst/>
              </a:rPr>
              <a:t>Normal forms</a:t>
            </a:r>
            <a:r>
              <a:rPr lang="en-US" b="0" i="0" dirty="0">
                <a:solidFill>
                  <a:schemeClr val="accent1"/>
                </a:solidFill>
                <a:effectLst/>
              </a:rPr>
              <a:t> are used to eliminate or reduce redundancy in database tables</a:t>
            </a:r>
          </a:p>
          <a:p>
            <a:endParaRPr lang="en-US" b="0" i="0" dirty="0">
              <a:solidFill>
                <a:schemeClr val="accent1"/>
              </a:solidFill>
              <a:effectLst/>
            </a:endParaRPr>
          </a:p>
        </p:txBody>
      </p:sp>
    </p:spTree>
    <p:extLst>
      <p:ext uri="{BB962C8B-B14F-4D97-AF65-F5344CB8AC3E}">
        <p14:creationId xmlns:p14="http://schemas.microsoft.com/office/powerpoint/2010/main" val="3859786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62F44-EA43-46B0-AE90-131BBF161718}"/>
              </a:ext>
            </a:extLst>
          </p:cNvPr>
          <p:cNvSpPr>
            <a:spLocks noGrp="1"/>
          </p:cNvSpPr>
          <p:nvPr>
            <p:ph type="title"/>
          </p:nvPr>
        </p:nvSpPr>
        <p:spPr/>
        <p:txBody>
          <a:bodyPr/>
          <a:lstStyle/>
          <a:p>
            <a:pPr algn="ctr"/>
            <a:r>
              <a:rPr lang="en-IN" b="1" i="0" dirty="0">
                <a:effectLst/>
                <a:latin typeface="urw-din"/>
              </a:rPr>
              <a:t>First Normal Form</a:t>
            </a:r>
            <a:br>
              <a:rPr lang="en-IN" b="1" i="0" dirty="0">
                <a:solidFill>
                  <a:srgbClr val="273239"/>
                </a:solidFill>
                <a:effectLst/>
                <a:latin typeface="urw-din"/>
              </a:rPr>
            </a:br>
            <a:endParaRPr lang="en-IN" dirty="0"/>
          </a:p>
        </p:txBody>
      </p:sp>
      <p:sp>
        <p:nvSpPr>
          <p:cNvPr id="3" name="Content Placeholder 2">
            <a:extLst>
              <a:ext uri="{FF2B5EF4-FFF2-40B4-BE49-F238E27FC236}">
                <a16:creationId xmlns:a16="http://schemas.microsoft.com/office/drawing/2014/main" id="{7F69A6E6-1BA7-4E1C-8893-386009D29608}"/>
              </a:ext>
            </a:extLst>
          </p:cNvPr>
          <p:cNvSpPr>
            <a:spLocks noGrp="1"/>
          </p:cNvSpPr>
          <p:nvPr>
            <p:ph idx="1"/>
          </p:nvPr>
        </p:nvSpPr>
        <p:spPr/>
        <p:txBody>
          <a:bodyPr/>
          <a:lstStyle/>
          <a:p>
            <a:pPr algn="l" fontAlgn="base"/>
            <a:r>
              <a:rPr lang="en-US" b="0" i="0" dirty="0">
                <a:solidFill>
                  <a:schemeClr val="accent1"/>
                </a:solidFill>
                <a:effectLst/>
              </a:rPr>
              <a:t>If a relation contain composite or multi-valued attribute, it violates first normal form or a relation is in first normal form if it does not contain any composite or multi-valued attribute. A relation is in first normal form if every attribute in that relation is </a:t>
            </a:r>
            <a:r>
              <a:rPr lang="en-US" b="1" i="0" dirty="0">
                <a:solidFill>
                  <a:schemeClr val="accent1"/>
                </a:solidFill>
                <a:effectLst/>
              </a:rPr>
              <a:t>singled valued attribute</a:t>
            </a:r>
            <a:r>
              <a:rPr lang="en-US" b="0" i="0" dirty="0">
                <a:solidFill>
                  <a:schemeClr val="accent1"/>
                </a:solidFill>
                <a:effectLst/>
              </a:rPr>
              <a:t>.</a:t>
            </a:r>
          </a:p>
          <a:p>
            <a:pPr algn="l" fontAlgn="base">
              <a:buFont typeface="Arial" panose="020B0604020202020204" pitchFamily="34" charset="0"/>
              <a:buChar char="•"/>
            </a:pPr>
            <a:r>
              <a:rPr lang="en-US" b="1" i="0" dirty="0">
                <a:solidFill>
                  <a:schemeClr val="accent1"/>
                </a:solidFill>
                <a:effectLst/>
              </a:rPr>
              <a:t>Example 1 –</a:t>
            </a:r>
            <a:r>
              <a:rPr lang="en-US" b="0" i="0" dirty="0">
                <a:solidFill>
                  <a:schemeClr val="accent1"/>
                </a:solidFill>
                <a:effectLst/>
              </a:rPr>
              <a:t> Relation STUDENT in table 1 is not in 1NF because of multi-valued attribute STUD_PHONE. Its decomposition into 1NF has been shown in table 2.</a:t>
            </a:r>
          </a:p>
          <a:p>
            <a:endParaRPr lang="en-IN" dirty="0"/>
          </a:p>
        </p:txBody>
      </p:sp>
      <p:pic>
        <p:nvPicPr>
          <p:cNvPr id="17410" name="Picture 2">
            <a:extLst>
              <a:ext uri="{FF2B5EF4-FFF2-40B4-BE49-F238E27FC236}">
                <a16:creationId xmlns:a16="http://schemas.microsoft.com/office/drawing/2014/main" id="{BC85F5DD-C8C1-4FF2-98D7-A6154F6DC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402" y="4240515"/>
            <a:ext cx="5278531" cy="2266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635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49693-B870-4416-8BDF-A7C1CBB6F125}"/>
              </a:ext>
            </a:extLst>
          </p:cNvPr>
          <p:cNvSpPr>
            <a:spLocks noGrp="1"/>
          </p:cNvSpPr>
          <p:nvPr>
            <p:ph type="title"/>
          </p:nvPr>
        </p:nvSpPr>
        <p:spPr/>
        <p:txBody>
          <a:bodyPr/>
          <a:lstStyle/>
          <a:p>
            <a:pPr algn="ctr"/>
            <a:r>
              <a:rPr lang="en-IN" b="1" i="0" dirty="0">
                <a:effectLst/>
                <a:latin typeface="+mn-lt"/>
              </a:rPr>
              <a:t>Second Normal Form</a:t>
            </a:r>
            <a:br>
              <a:rPr lang="en-IN" b="1" i="0" dirty="0">
                <a:solidFill>
                  <a:srgbClr val="273239"/>
                </a:solidFill>
                <a:effectLst/>
                <a:latin typeface="urw-din"/>
              </a:rPr>
            </a:br>
            <a:endParaRPr lang="en-IN" dirty="0"/>
          </a:p>
        </p:txBody>
      </p:sp>
      <p:sp>
        <p:nvSpPr>
          <p:cNvPr id="3" name="Content Placeholder 2">
            <a:extLst>
              <a:ext uri="{FF2B5EF4-FFF2-40B4-BE49-F238E27FC236}">
                <a16:creationId xmlns:a16="http://schemas.microsoft.com/office/drawing/2014/main" id="{F5B30BCE-502C-42B0-ADE6-F881F563D52E}"/>
              </a:ext>
            </a:extLst>
          </p:cNvPr>
          <p:cNvSpPr>
            <a:spLocks noGrp="1"/>
          </p:cNvSpPr>
          <p:nvPr>
            <p:ph idx="1"/>
          </p:nvPr>
        </p:nvSpPr>
        <p:spPr/>
        <p:txBody>
          <a:bodyPr/>
          <a:lstStyle/>
          <a:p>
            <a:pPr algn="l" fontAlgn="base"/>
            <a:r>
              <a:rPr lang="en-US" b="0" i="0" dirty="0">
                <a:solidFill>
                  <a:schemeClr val="accent1"/>
                </a:solidFill>
                <a:effectLst/>
              </a:rPr>
              <a:t>To be in second normal form, a relation must be in first normal form and relation must not contain any partial dependency. A relation is in 2NF if it has </a:t>
            </a:r>
            <a:r>
              <a:rPr lang="en-US" b="1" i="0" dirty="0">
                <a:solidFill>
                  <a:schemeClr val="accent1"/>
                </a:solidFill>
                <a:effectLst/>
              </a:rPr>
              <a:t>No Partial Dependency, </a:t>
            </a:r>
            <a:r>
              <a:rPr lang="en-US" b="0" i="0" dirty="0">
                <a:solidFill>
                  <a:schemeClr val="accent1"/>
                </a:solidFill>
                <a:effectLst/>
              </a:rPr>
              <a:t>i.e.</a:t>
            </a:r>
            <a:r>
              <a:rPr lang="en-US" b="1" i="0" dirty="0">
                <a:solidFill>
                  <a:schemeClr val="accent1"/>
                </a:solidFill>
                <a:effectLst/>
              </a:rPr>
              <a:t>, </a:t>
            </a:r>
            <a:r>
              <a:rPr lang="en-US" b="0" i="0" dirty="0">
                <a:solidFill>
                  <a:schemeClr val="accent1"/>
                </a:solidFill>
                <a:effectLst/>
              </a:rPr>
              <a:t>no non-prime attribute (attributes which are not part of any candidate key) is dependent on any proper subset of any candidate key of the table.</a:t>
            </a:r>
          </a:p>
          <a:p>
            <a:pPr algn="l" fontAlgn="base"/>
            <a:r>
              <a:rPr lang="en-US" b="1" i="0" dirty="0">
                <a:solidFill>
                  <a:schemeClr val="accent1"/>
                </a:solidFill>
                <a:effectLst/>
              </a:rPr>
              <a:t>Partial Dependency –</a:t>
            </a:r>
            <a:r>
              <a:rPr lang="en-US" b="0" i="0" dirty="0">
                <a:solidFill>
                  <a:schemeClr val="accent1"/>
                </a:solidFill>
                <a:effectLst/>
              </a:rPr>
              <a:t> If the proper subset of candidate key determines non-prime attribute, it is called partial dependency.</a:t>
            </a:r>
          </a:p>
          <a:p>
            <a:endParaRPr lang="en-IN" dirty="0"/>
          </a:p>
        </p:txBody>
      </p:sp>
      <p:sp>
        <p:nvSpPr>
          <p:cNvPr id="7" name="Rectangle 4">
            <a:extLst>
              <a:ext uri="{FF2B5EF4-FFF2-40B4-BE49-F238E27FC236}">
                <a16:creationId xmlns:a16="http://schemas.microsoft.com/office/drawing/2014/main" id="{78CEBB77-336A-4D3E-A467-74AD39039B1C}"/>
              </a:ext>
            </a:extLst>
          </p:cNvPr>
          <p:cNvSpPr>
            <a:spLocks noChangeArrowheads="1"/>
          </p:cNvSpPr>
          <p:nvPr/>
        </p:nvSpPr>
        <p:spPr bwMode="auto">
          <a:xfrm>
            <a:off x="677334" y="4457726"/>
            <a:ext cx="10838329" cy="1295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1"/>
                </a:solidFill>
                <a:effectLst/>
                <a:latin typeface="+mn-lt"/>
              </a:rPr>
              <a:t>Consider following functional dependencies in relation  R (A,  B , C,  D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1"/>
                </a:solidFill>
                <a:effectLst/>
                <a:latin typeface="+mn-lt"/>
              </a:rPr>
              <a:t>AB -&gt; C [A and B together determine C]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1"/>
                </a:solidFill>
                <a:effectLst/>
                <a:latin typeface="+mn-lt"/>
              </a:rPr>
              <a:t>BC -&gt; D [B and C together determine D]</a:t>
            </a:r>
            <a:endParaRPr lang="en-US" altLang="en-US" sz="1600" dirty="0">
              <a:solidFill>
                <a:schemeClr val="accent1"/>
              </a:solidFill>
              <a:latin typeface="+mn-l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accent1"/>
                </a:solidFill>
                <a:effectLst/>
                <a:latin typeface="+mn-lt"/>
              </a:rPr>
              <a:t>In the above relation, AB is the only candidate key and there is no partial dependency, i.e., any proper subset of AB doesn’t determine any non-prime attribute.</a:t>
            </a:r>
          </a:p>
        </p:txBody>
      </p:sp>
    </p:spTree>
    <p:extLst>
      <p:ext uri="{BB962C8B-B14F-4D97-AF65-F5344CB8AC3E}">
        <p14:creationId xmlns:p14="http://schemas.microsoft.com/office/powerpoint/2010/main" val="116855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32B3A-A62A-4FFF-8211-D83842F832F5}"/>
              </a:ext>
            </a:extLst>
          </p:cNvPr>
          <p:cNvSpPr>
            <a:spLocks noGrp="1"/>
          </p:cNvSpPr>
          <p:nvPr>
            <p:ph type="title"/>
          </p:nvPr>
        </p:nvSpPr>
        <p:spPr/>
        <p:txBody>
          <a:bodyPr/>
          <a:lstStyle/>
          <a:p>
            <a:pPr algn="ctr"/>
            <a:r>
              <a:rPr lang="en-IN" dirty="0"/>
              <a:t>Third Normal Form</a:t>
            </a:r>
          </a:p>
        </p:txBody>
      </p:sp>
      <p:sp>
        <p:nvSpPr>
          <p:cNvPr id="3" name="Content Placeholder 2">
            <a:extLst>
              <a:ext uri="{FF2B5EF4-FFF2-40B4-BE49-F238E27FC236}">
                <a16:creationId xmlns:a16="http://schemas.microsoft.com/office/drawing/2014/main" id="{7B9834CE-8DF2-4A70-BAF3-D02B1BA01995}"/>
              </a:ext>
            </a:extLst>
          </p:cNvPr>
          <p:cNvSpPr>
            <a:spLocks noGrp="1"/>
          </p:cNvSpPr>
          <p:nvPr>
            <p:ph idx="1"/>
          </p:nvPr>
        </p:nvSpPr>
        <p:spPr>
          <a:xfrm>
            <a:off x="677334" y="2160589"/>
            <a:ext cx="8596668" cy="3218235"/>
          </a:xfrm>
        </p:spPr>
        <p:txBody>
          <a:bodyPr>
            <a:normAutofit fontScale="92500" lnSpcReduction="20000"/>
          </a:bodyPr>
          <a:lstStyle/>
          <a:p>
            <a:pPr algn="l" fontAlgn="base"/>
            <a:r>
              <a:rPr lang="en-US" b="0" i="0" dirty="0">
                <a:solidFill>
                  <a:schemeClr val="accent1"/>
                </a:solidFill>
                <a:effectLst/>
              </a:rPr>
              <a:t>A relation is in third normal form, if there is </a:t>
            </a:r>
            <a:r>
              <a:rPr lang="en-US" b="1" i="0" dirty="0">
                <a:solidFill>
                  <a:schemeClr val="accent1"/>
                </a:solidFill>
                <a:effectLst/>
              </a:rPr>
              <a:t>no transitive dependency</a:t>
            </a:r>
            <a:r>
              <a:rPr lang="en-US" b="0" i="0" dirty="0">
                <a:solidFill>
                  <a:schemeClr val="accent1"/>
                </a:solidFill>
                <a:effectLst/>
              </a:rPr>
              <a:t> for non-prime attributes as well as it is in second normal form.</a:t>
            </a:r>
            <a:br>
              <a:rPr lang="en-US" b="0" i="0" dirty="0">
                <a:solidFill>
                  <a:schemeClr val="accent1"/>
                </a:solidFill>
                <a:effectLst/>
              </a:rPr>
            </a:br>
            <a:r>
              <a:rPr lang="en-US" b="0" i="0" dirty="0">
                <a:solidFill>
                  <a:schemeClr val="accent1"/>
                </a:solidFill>
                <a:effectLst/>
              </a:rPr>
              <a:t>A relation is in 3NF if </a:t>
            </a:r>
            <a:r>
              <a:rPr lang="en-US" b="1" i="0" dirty="0">
                <a:solidFill>
                  <a:schemeClr val="accent1"/>
                </a:solidFill>
                <a:effectLst/>
              </a:rPr>
              <a:t>at least one of the following condition holds</a:t>
            </a:r>
            <a:r>
              <a:rPr lang="en-US" b="0" i="0" dirty="0">
                <a:solidFill>
                  <a:schemeClr val="accent1"/>
                </a:solidFill>
                <a:effectLst/>
              </a:rPr>
              <a:t> in every non-trivial function dependency X –&gt; Y</a:t>
            </a:r>
          </a:p>
          <a:p>
            <a:pPr marL="742950" lvl="1" indent="-285750" algn="l" fontAlgn="base">
              <a:buFont typeface="+mj-lt"/>
              <a:buAutoNum type="arabicPeriod"/>
            </a:pPr>
            <a:r>
              <a:rPr lang="en-US" b="0" i="0" dirty="0">
                <a:solidFill>
                  <a:schemeClr val="accent1"/>
                </a:solidFill>
                <a:effectLst/>
              </a:rPr>
              <a:t>X is a super key.</a:t>
            </a:r>
          </a:p>
          <a:p>
            <a:pPr marL="742950" lvl="1" indent="-285750" algn="l" fontAlgn="base">
              <a:buFont typeface="+mj-lt"/>
              <a:buAutoNum type="arabicPeriod"/>
            </a:pPr>
            <a:r>
              <a:rPr lang="en-US" b="0" i="0" dirty="0">
                <a:solidFill>
                  <a:schemeClr val="accent1"/>
                </a:solidFill>
                <a:effectLst/>
              </a:rPr>
              <a:t>Y is a prime attribute (each element of Y is part of some candidate key).</a:t>
            </a:r>
          </a:p>
          <a:p>
            <a:r>
              <a:rPr lang="en-US" b="1" i="0" dirty="0">
                <a:solidFill>
                  <a:schemeClr val="accent1"/>
                </a:solidFill>
                <a:effectLst/>
              </a:rPr>
              <a:t>Example 2 –</a:t>
            </a:r>
            <a:r>
              <a:rPr lang="en-US" b="0" i="0" dirty="0">
                <a:solidFill>
                  <a:schemeClr val="accent1"/>
                </a:solidFill>
                <a:effectLst/>
              </a:rPr>
              <a:t> Consider relation R(A, B, C, D, E)</a:t>
            </a:r>
            <a:br>
              <a:rPr lang="en-US" b="0" i="0" dirty="0">
                <a:solidFill>
                  <a:schemeClr val="accent1"/>
                </a:solidFill>
                <a:effectLst/>
              </a:rPr>
            </a:br>
            <a:r>
              <a:rPr lang="en-US" b="0" i="0" dirty="0">
                <a:solidFill>
                  <a:schemeClr val="accent1"/>
                </a:solidFill>
                <a:effectLst/>
              </a:rPr>
              <a:t>A -&gt; BC,</a:t>
            </a:r>
            <a:br>
              <a:rPr lang="en-US" b="0" i="0" dirty="0">
                <a:solidFill>
                  <a:schemeClr val="accent1"/>
                </a:solidFill>
                <a:effectLst/>
              </a:rPr>
            </a:br>
            <a:r>
              <a:rPr lang="en-US" b="0" i="0" dirty="0">
                <a:solidFill>
                  <a:schemeClr val="accent1"/>
                </a:solidFill>
                <a:effectLst/>
              </a:rPr>
              <a:t>CD -&gt; E,</a:t>
            </a:r>
            <a:br>
              <a:rPr lang="en-US" b="0" i="0" dirty="0">
                <a:solidFill>
                  <a:schemeClr val="accent1"/>
                </a:solidFill>
                <a:effectLst/>
              </a:rPr>
            </a:br>
            <a:r>
              <a:rPr lang="en-US" b="0" i="0" dirty="0">
                <a:solidFill>
                  <a:schemeClr val="accent1"/>
                </a:solidFill>
                <a:effectLst/>
              </a:rPr>
              <a:t>B -&gt; D,</a:t>
            </a:r>
            <a:br>
              <a:rPr lang="en-US" b="0" i="0" dirty="0">
                <a:solidFill>
                  <a:schemeClr val="accent1"/>
                </a:solidFill>
                <a:effectLst/>
              </a:rPr>
            </a:br>
            <a:r>
              <a:rPr lang="en-US" b="0" i="0" dirty="0">
                <a:solidFill>
                  <a:schemeClr val="accent1"/>
                </a:solidFill>
                <a:effectLst/>
              </a:rPr>
              <a:t>E -&gt; A</a:t>
            </a:r>
            <a:br>
              <a:rPr lang="en-US" b="0" i="0" dirty="0">
                <a:solidFill>
                  <a:schemeClr val="accent1"/>
                </a:solidFill>
                <a:effectLst/>
              </a:rPr>
            </a:br>
            <a:r>
              <a:rPr lang="en-US" b="0" i="0" dirty="0">
                <a:solidFill>
                  <a:schemeClr val="accent1"/>
                </a:solidFill>
                <a:effectLst/>
              </a:rPr>
              <a:t>All possible candidate keys in above relation are {A, E, CD, BC} All attributes are on right sides of all functional dependencies are prime.</a:t>
            </a:r>
          </a:p>
          <a:p>
            <a:endParaRPr lang="en-IN" dirty="0"/>
          </a:p>
        </p:txBody>
      </p:sp>
      <p:pic>
        <p:nvPicPr>
          <p:cNvPr id="20482" name="Picture 2" descr="image5">
            <a:extLst>
              <a:ext uri="{FF2B5EF4-FFF2-40B4-BE49-F238E27FC236}">
                <a16:creationId xmlns:a16="http://schemas.microsoft.com/office/drawing/2014/main" id="{CB14688A-57A8-4ABB-BA13-CE9B804455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669" y="5450954"/>
            <a:ext cx="7355262" cy="1138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48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E5D8-3683-403E-AC95-CC49FBBD9123}"/>
              </a:ext>
            </a:extLst>
          </p:cNvPr>
          <p:cNvSpPr>
            <a:spLocks noGrp="1"/>
          </p:cNvSpPr>
          <p:nvPr>
            <p:ph type="title"/>
          </p:nvPr>
        </p:nvSpPr>
        <p:spPr/>
        <p:txBody>
          <a:bodyPr/>
          <a:lstStyle/>
          <a:p>
            <a:pPr algn="ctr"/>
            <a:r>
              <a:rPr lang="en-IN" b="1" i="0" dirty="0">
                <a:effectLst/>
                <a:latin typeface="+mn-lt"/>
              </a:rPr>
              <a:t>Boyce-Codd Normal Form (BCNF)</a:t>
            </a:r>
            <a:br>
              <a:rPr lang="en-IN" b="1" i="0" dirty="0">
                <a:effectLst/>
                <a:latin typeface="+mn-lt"/>
              </a:rPr>
            </a:br>
            <a:endParaRPr lang="en-IN" dirty="0">
              <a:latin typeface="+mn-lt"/>
            </a:endParaRPr>
          </a:p>
        </p:txBody>
      </p:sp>
      <p:sp>
        <p:nvSpPr>
          <p:cNvPr id="3" name="Content Placeholder 2">
            <a:extLst>
              <a:ext uri="{FF2B5EF4-FFF2-40B4-BE49-F238E27FC236}">
                <a16:creationId xmlns:a16="http://schemas.microsoft.com/office/drawing/2014/main" id="{5938187C-4550-4169-8865-9EA7E00E5ADC}"/>
              </a:ext>
            </a:extLst>
          </p:cNvPr>
          <p:cNvSpPr>
            <a:spLocks noGrp="1"/>
          </p:cNvSpPr>
          <p:nvPr>
            <p:ph idx="1"/>
          </p:nvPr>
        </p:nvSpPr>
        <p:spPr>
          <a:xfrm>
            <a:off x="677334" y="1622612"/>
            <a:ext cx="8596668" cy="5047129"/>
          </a:xfrm>
        </p:spPr>
        <p:txBody>
          <a:bodyPr>
            <a:normAutofit fontScale="85000" lnSpcReduction="20000"/>
          </a:bodyPr>
          <a:lstStyle/>
          <a:p>
            <a:r>
              <a:rPr lang="en-US" b="0" i="0" dirty="0">
                <a:solidFill>
                  <a:schemeClr val="accent1"/>
                </a:solidFill>
                <a:effectLst/>
              </a:rPr>
              <a:t>A relation R is in BCNF if R is in Third Normal Form and for every FD, LHS is super key. A relation is in BCNF </a:t>
            </a:r>
            <a:r>
              <a:rPr lang="en-US" b="0" i="0" dirty="0" err="1">
                <a:solidFill>
                  <a:schemeClr val="accent1"/>
                </a:solidFill>
                <a:effectLst/>
              </a:rPr>
              <a:t>iff</a:t>
            </a:r>
            <a:r>
              <a:rPr lang="en-US" b="0" i="0" dirty="0">
                <a:solidFill>
                  <a:schemeClr val="accent1"/>
                </a:solidFill>
                <a:effectLst/>
              </a:rPr>
              <a:t> in every non-trivial functional dependency X –&gt; Y, X is a super key.</a:t>
            </a:r>
          </a:p>
          <a:p>
            <a:r>
              <a:rPr lang="en-US" b="1" i="0" dirty="0">
                <a:solidFill>
                  <a:schemeClr val="accent1"/>
                </a:solidFill>
                <a:effectLst/>
              </a:rPr>
              <a:t>Example 2 –</a:t>
            </a:r>
            <a:r>
              <a:rPr lang="en-US" b="0" i="0" dirty="0">
                <a:solidFill>
                  <a:schemeClr val="accent1"/>
                </a:solidFill>
                <a:effectLst/>
              </a:rPr>
              <a:t>For example consider relation R(A, B, C)</a:t>
            </a:r>
            <a:br>
              <a:rPr lang="en-US" b="0" i="0" dirty="0">
                <a:solidFill>
                  <a:schemeClr val="accent1"/>
                </a:solidFill>
                <a:effectLst/>
              </a:rPr>
            </a:br>
            <a:r>
              <a:rPr lang="en-US" b="0" i="0" dirty="0">
                <a:solidFill>
                  <a:schemeClr val="accent1"/>
                </a:solidFill>
                <a:effectLst/>
              </a:rPr>
              <a:t>A -&gt; BC,</a:t>
            </a:r>
            <a:br>
              <a:rPr lang="en-US" b="0" i="0" dirty="0">
                <a:solidFill>
                  <a:schemeClr val="accent1"/>
                </a:solidFill>
                <a:effectLst/>
              </a:rPr>
            </a:br>
            <a:r>
              <a:rPr lang="en-US" b="0" i="0" dirty="0">
                <a:solidFill>
                  <a:schemeClr val="accent1"/>
                </a:solidFill>
                <a:effectLst/>
              </a:rPr>
              <a:t>B -&gt;</a:t>
            </a:r>
            <a:br>
              <a:rPr lang="en-US" b="0" i="0" dirty="0">
                <a:solidFill>
                  <a:schemeClr val="accent1"/>
                </a:solidFill>
                <a:effectLst/>
              </a:rPr>
            </a:br>
            <a:r>
              <a:rPr lang="en-US" b="0" i="0" dirty="0">
                <a:solidFill>
                  <a:schemeClr val="accent1"/>
                </a:solidFill>
                <a:effectLst/>
              </a:rPr>
              <a:t>A and B both are super keys so above relation is in BCNF.</a:t>
            </a:r>
          </a:p>
          <a:p>
            <a:pPr algn="l" fontAlgn="base"/>
            <a:r>
              <a:rPr lang="en-US" b="1" i="0" dirty="0">
                <a:solidFill>
                  <a:schemeClr val="accent1"/>
                </a:solidFill>
                <a:effectLst/>
              </a:rPr>
              <a:t>Key Points –</a:t>
            </a:r>
            <a:endParaRPr lang="en-US" b="0" i="0" dirty="0">
              <a:solidFill>
                <a:schemeClr val="accent1"/>
              </a:solidFill>
              <a:effectLst/>
            </a:endParaRPr>
          </a:p>
          <a:p>
            <a:pPr marL="742950" lvl="1" indent="-285750" algn="l" fontAlgn="base">
              <a:buFont typeface="+mj-lt"/>
              <a:buAutoNum type="arabicPeriod"/>
            </a:pPr>
            <a:r>
              <a:rPr lang="en-US" b="0" i="0" dirty="0">
                <a:solidFill>
                  <a:schemeClr val="accent1"/>
                </a:solidFill>
                <a:effectLst/>
              </a:rPr>
              <a:t>BCNF is free from redundancy.</a:t>
            </a:r>
          </a:p>
          <a:p>
            <a:pPr marL="742950" lvl="1" indent="-285750" algn="l" fontAlgn="base">
              <a:buFont typeface="+mj-lt"/>
              <a:buAutoNum type="arabicPeriod"/>
            </a:pPr>
            <a:r>
              <a:rPr lang="en-US" b="0" i="0" dirty="0">
                <a:solidFill>
                  <a:schemeClr val="accent1"/>
                </a:solidFill>
                <a:effectLst/>
              </a:rPr>
              <a:t>If a relation is in BCNF, then 3NF is also satisfied.</a:t>
            </a:r>
          </a:p>
          <a:p>
            <a:pPr marL="742950" lvl="1" indent="-285750" algn="l" fontAlgn="base">
              <a:buFont typeface="+mj-lt"/>
              <a:buAutoNum type="arabicPeriod"/>
            </a:pPr>
            <a:r>
              <a:rPr lang="en-US" b="0" i="0" dirty="0">
                <a:solidFill>
                  <a:schemeClr val="accent1"/>
                </a:solidFill>
                <a:effectLst/>
              </a:rPr>
              <a:t> If all attributes of relation are prime attribute, then the relation is always in 3NF.</a:t>
            </a:r>
          </a:p>
          <a:p>
            <a:pPr marL="742950" lvl="1" indent="-285750" algn="l" fontAlgn="base">
              <a:buFont typeface="+mj-lt"/>
              <a:buAutoNum type="arabicPeriod"/>
            </a:pPr>
            <a:r>
              <a:rPr lang="en-US" b="0" i="0" dirty="0">
                <a:solidFill>
                  <a:schemeClr val="accent1"/>
                </a:solidFill>
                <a:effectLst/>
              </a:rPr>
              <a:t>A relation in a Relational Database is always and at least in 1NF form.</a:t>
            </a:r>
          </a:p>
          <a:p>
            <a:pPr marL="742950" lvl="1" indent="-285750" algn="l" fontAlgn="base">
              <a:buFont typeface="+mj-lt"/>
              <a:buAutoNum type="arabicPeriod"/>
            </a:pPr>
            <a:r>
              <a:rPr lang="en-US" b="0" i="0" dirty="0">
                <a:solidFill>
                  <a:schemeClr val="accent1"/>
                </a:solidFill>
                <a:effectLst/>
              </a:rPr>
              <a:t>Every Binary Relation ( a Relation with only 2 attributes ) is always in BCNF.</a:t>
            </a:r>
          </a:p>
          <a:p>
            <a:pPr marL="742950" lvl="1" indent="-285750" algn="l" fontAlgn="base">
              <a:buFont typeface="+mj-lt"/>
              <a:buAutoNum type="arabicPeriod"/>
            </a:pPr>
            <a:r>
              <a:rPr lang="en-US" b="0" i="0" dirty="0">
                <a:solidFill>
                  <a:schemeClr val="accent1"/>
                </a:solidFill>
                <a:effectLst/>
              </a:rPr>
              <a:t>If a Relation has only singleton candidate keys( i.e. every candidate key consists of only 1 attribute), then the Relation is always in 2NF( because no Partial functional dependency possible).</a:t>
            </a:r>
          </a:p>
          <a:p>
            <a:pPr marL="742950" lvl="1" indent="-285750" algn="l" fontAlgn="base">
              <a:buFont typeface="+mj-lt"/>
              <a:buAutoNum type="arabicPeriod"/>
            </a:pPr>
            <a:r>
              <a:rPr lang="en-US" b="0" i="0" dirty="0">
                <a:solidFill>
                  <a:schemeClr val="accent1"/>
                </a:solidFill>
                <a:effectLst/>
              </a:rPr>
              <a:t>Sometimes going for BCNF form may not preserve functional dependency. In that case go for BCNF only if the lost FD(s) is not required, else normalize till 3NF only.</a:t>
            </a:r>
          </a:p>
          <a:p>
            <a:pPr marL="742950" lvl="1" indent="-285750" algn="l" fontAlgn="base">
              <a:buFont typeface="+mj-lt"/>
              <a:buAutoNum type="arabicPeriod"/>
            </a:pPr>
            <a:r>
              <a:rPr lang="en-US" b="0" i="0" dirty="0">
                <a:solidFill>
                  <a:schemeClr val="accent1"/>
                </a:solidFill>
                <a:effectLst/>
              </a:rPr>
              <a:t>There are many more Normal forms that exist after BCNF, like 4NF and more. But in real world database systems it’s generally not required to go beyond BCNF.</a:t>
            </a:r>
          </a:p>
          <a:p>
            <a:endParaRPr lang="en-US" b="0" i="0" dirty="0">
              <a:solidFill>
                <a:schemeClr val="accent1"/>
              </a:solidFill>
              <a:effectLst/>
            </a:endParaRPr>
          </a:p>
          <a:p>
            <a:endParaRPr lang="en-IN" dirty="0">
              <a:solidFill>
                <a:schemeClr val="accent1"/>
              </a:solidFill>
            </a:endParaRPr>
          </a:p>
        </p:txBody>
      </p:sp>
    </p:spTree>
    <p:extLst>
      <p:ext uri="{BB962C8B-B14F-4D97-AF65-F5344CB8AC3E}">
        <p14:creationId xmlns:p14="http://schemas.microsoft.com/office/powerpoint/2010/main" val="1209777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B89D0-6CA5-4F9B-8EC9-28EEADFA8D12}"/>
              </a:ext>
            </a:extLst>
          </p:cNvPr>
          <p:cNvSpPr>
            <a:spLocks noGrp="1"/>
          </p:cNvSpPr>
          <p:nvPr>
            <p:ph type="title"/>
          </p:nvPr>
        </p:nvSpPr>
        <p:spPr/>
        <p:txBody>
          <a:bodyPr/>
          <a:lstStyle/>
          <a:p>
            <a:pPr algn="ctr"/>
            <a:r>
              <a:rPr lang="en-IN" dirty="0"/>
              <a:t>SQL</a:t>
            </a:r>
          </a:p>
        </p:txBody>
      </p:sp>
      <p:sp>
        <p:nvSpPr>
          <p:cNvPr id="3" name="Content Placeholder 2">
            <a:extLst>
              <a:ext uri="{FF2B5EF4-FFF2-40B4-BE49-F238E27FC236}">
                <a16:creationId xmlns:a16="http://schemas.microsoft.com/office/drawing/2014/main" id="{B0958EF9-91B5-4B53-9D34-91C2BF8CCACE}"/>
              </a:ext>
            </a:extLst>
          </p:cNvPr>
          <p:cNvSpPr>
            <a:spLocks noGrp="1"/>
          </p:cNvSpPr>
          <p:nvPr>
            <p:ph idx="1"/>
          </p:nvPr>
        </p:nvSpPr>
        <p:spPr/>
        <p:txBody>
          <a:bodyPr>
            <a:normAutofit/>
          </a:bodyPr>
          <a:lstStyle/>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SELECT - extracts data from a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UPDATE - updates data in a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DELETE - deletes data from a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INSERT INTO - inserts new data into a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CREATE DATABASE - creates a new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ALTER DATABASE - modifies a database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CREATE TABLE - creates a new table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ALTER TABLE - modifies a table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DROP TABLE - deletes a table</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CREATE INDEX - creates an index (search key)</a:t>
            </a:r>
          </a:p>
          <a:p>
            <a:pPr defTabSz="914400" eaLnBrk="0" fontAlgn="base" hangingPunct="0">
              <a:spcBef>
                <a:spcPct val="0"/>
              </a:spcBef>
              <a:spcAft>
                <a:spcPct val="0"/>
              </a:spcAft>
              <a:buClrTx/>
              <a:buSzTx/>
            </a:pPr>
            <a:r>
              <a:rPr kumimoji="0" lang="en-US" altLang="en-US" sz="1600" b="0" i="0" u="none" strike="noStrike" cap="none" normalizeH="0" baseline="0" dirty="0">
                <a:ln>
                  <a:noFill/>
                </a:ln>
                <a:solidFill>
                  <a:schemeClr val="accent1"/>
                </a:solidFill>
                <a:effectLst/>
              </a:rPr>
              <a:t>DROP INDEX - deletes an index</a:t>
            </a:r>
          </a:p>
          <a:p>
            <a:endParaRPr lang="en-IN" dirty="0"/>
          </a:p>
        </p:txBody>
      </p:sp>
      <p:sp>
        <p:nvSpPr>
          <p:cNvPr id="5" name="Rectangle 2">
            <a:extLst>
              <a:ext uri="{FF2B5EF4-FFF2-40B4-BE49-F238E27FC236}">
                <a16:creationId xmlns:a16="http://schemas.microsoft.com/office/drawing/2014/main" id="{6C6AA69F-3F07-48D5-8FC5-7BF1BAEBBE4E}"/>
              </a:ext>
            </a:extLst>
          </p:cNvPr>
          <p:cNvSpPr>
            <a:spLocks noChangeArrowheads="1"/>
          </p:cNvSpPr>
          <p:nvPr/>
        </p:nvSpPr>
        <p:spPr bwMode="auto">
          <a:xfrm>
            <a:off x="5033696" y="3849906"/>
            <a:ext cx="4240306" cy="646331"/>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9826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The Best Way to Write a SQL Query - DZone Database">
            <a:extLst>
              <a:ext uri="{FF2B5EF4-FFF2-40B4-BE49-F238E27FC236}">
                <a16:creationId xmlns:a16="http://schemas.microsoft.com/office/drawing/2014/main" id="{CC09E26C-F4C5-4E14-818F-CCBE8FC64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2765" y="820270"/>
            <a:ext cx="7246470" cy="5217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61162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554</TotalTime>
  <Words>3940</Words>
  <Application>Microsoft Office PowerPoint</Application>
  <PresentationFormat>Widescreen</PresentationFormat>
  <Paragraphs>166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Trebuchet MS</vt:lpstr>
      <vt:lpstr>urw-din</vt:lpstr>
      <vt:lpstr>Wingdings 3</vt:lpstr>
      <vt:lpstr>Facet</vt:lpstr>
      <vt:lpstr>KOSS TASK</vt:lpstr>
      <vt:lpstr>Database Management System</vt:lpstr>
      <vt:lpstr>DBMS vs File system</vt:lpstr>
      <vt:lpstr>PowerPoint Presentation</vt:lpstr>
      <vt:lpstr>Relational vs NoSQL</vt:lpstr>
      <vt:lpstr>PowerPoint Presentation</vt:lpstr>
      <vt:lpstr>Types of Keys</vt:lpstr>
      <vt:lpstr>PowerPoint Presentation</vt:lpstr>
      <vt:lpstr>PowerPoint Presentation</vt:lpstr>
      <vt:lpstr>PowerPoint Presentation</vt:lpstr>
      <vt:lpstr>ER MODEL</vt:lpstr>
      <vt:lpstr>Types of Attributes</vt:lpstr>
      <vt:lpstr>Different Types of Relationships </vt:lpstr>
      <vt:lpstr>PowerPoint Presentation</vt:lpstr>
      <vt:lpstr>PowerPoint Presentation</vt:lpstr>
      <vt:lpstr>Weak Entity Type</vt:lpstr>
      <vt:lpstr>Referential Integrity</vt:lpstr>
      <vt:lpstr>ER Diagram of a library database management system </vt:lpstr>
      <vt:lpstr>PowerPoint Presentation</vt:lpstr>
      <vt:lpstr>Normal Forms in DMBS</vt:lpstr>
      <vt:lpstr>First Normal Form </vt:lpstr>
      <vt:lpstr>Second Normal Form </vt:lpstr>
      <vt:lpstr>Third Normal Form</vt:lpstr>
      <vt:lpstr>Boyce-Codd Normal Form (BCNF) </vt:lpstr>
      <vt:lpstr>SQL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KOSS TASK</dc:title>
  <dc:creator>tanishq choudhary</dc:creator>
  <cp:lastModifiedBy>tanishq choudhary</cp:lastModifiedBy>
  <cp:revision>19</cp:revision>
  <dcterms:created xsi:type="dcterms:W3CDTF">2022-06-07T14:33:25Z</dcterms:created>
  <dcterms:modified xsi:type="dcterms:W3CDTF">2022-06-08T17:27:15Z</dcterms:modified>
</cp:coreProperties>
</file>